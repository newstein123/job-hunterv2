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2"/>
  </p:notesMasterIdLst>
  <p:sldIdLst>
    <p:sldId id="257" r:id="rId2"/>
    <p:sldId id="258" r:id="rId3"/>
    <p:sldId id="259" r:id="rId4"/>
    <p:sldId id="267" r:id="rId5"/>
    <p:sldId id="265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344" autoAdjust="0"/>
  </p:normalViewPr>
  <p:slideViewPr>
    <p:cSldViewPr snapToGrid="0">
      <p:cViewPr varScale="1">
        <p:scale>
          <a:sx n="31" d="100"/>
          <a:sy n="31" d="100"/>
        </p:scale>
        <p:origin x="1176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aphe Aung" userId="62782b9ee2a78157" providerId="LiveId" clId="{5AC2A4D3-D2B7-48E1-A323-89F10EA5F062}"/>
    <pc:docChg chg="custSel addSld modSld sldOrd">
      <pc:chgData name="Tharaphe Aung" userId="62782b9ee2a78157" providerId="LiveId" clId="{5AC2A4D3-D2B7-48E1-A323-89F10EA5F062}" dt="2022-06-12T15:45:37.919" v="51" actId="20577"/>
      <pc:docMkLst>
        <pc:docMk/>
      </pc:docMkLst>
      <pc:sldChg chg="ord">
        <pc:chgData name="Tharaphe Aung" userId="62782b9ee2a78157" providerId="LiveId" clId="{5AC2A4D3-D2B7-48E1-A323-89F10EA5F062}" dt="2022-06-12T15:45:13.312" v="41"/>
        <pc:sldMkLst>
          <pc:docMk/>
          <pc:sldMk cId="2531333361" sldId="265"/>
        </pc:sldMkLst>
      </pc:sldChg>
      <pc:sldChg chg="modSp mod">
        <pc:chgData name="Tharaphe Aung" userId="62782b9ee2a78157" providerId="LiveId" clId="{5AC2A4D3-D2B7-48E1-A323-89F10EA5F062}" dt="2022-06-12T15:45:37.919" v="51" actId="20577"/>
        <pc:sldMkLst>
          <pc:docMk/>
          <pc:sldMk cId="2915679908" sldId="266"/>
        </pc:sldMkLst>
        <pc:spChg chg="mod">
          <ac:chgData name="Tharaphe Aung" userId="62782b9ee2a78157" providerId="LiveId" clId="{5AC2A4D3-D2B7-48E1-A323-89F10EA5F062}" dt="2022-06-12T15:45:37.919" v="51" actId="20577"/>
          <ac:spMkLst>
            <pc:docMk/>
            <pc:sldMk cId="2915679908" sldId="266"/>
            <ac:spMk id="2" creationId="{F56D2F0E-C5D7-4E63-287B-CF749C8F75BF}"/>
          </ac:spMkLst>
        </pc:spChg>
      </pc:sldChg>
      <pc:sldChg chg="addSp delSp modSp new mod">
        <pc:chgData name="Tharaphe Aung" userId="62782b9ee2a78157" providerId="LiveId" clId="{5AC2A4D3-D2B7-48E1-A323-89F10EA5F062}" dt="2022-06-12T15:44:59.176" v="39" actId="14100"/>
        <pc:sldMkLst>
          <pc:docMk/>
          <pc:sldMk cId="4210110211" sldId="267"/>
        </pc:sldMkLst>
        <pc:spChg chg="del">
          <ac:chgData name="Tharaphe Aung" userId="62782b9ee2a78157" providerId="LiveId" clId="{5AC2A4D3-D2B7-48E1-A323-89F10EA5F062}" dt="2022-06-12T15:42:29.518" v="1" actId="22"/>
          <ac:spMkLst>
            <pc:docMk/>
            <pc:sldMk cId="4210110211" sldId="267"/>
            <ac:spMk id="3" creationId="{506E4059-FB3B-9534-8753-206DFC6372B5}"/>
          </ac:spMkLst>
        </pc:spChg>
        <pc:spChg chg="del">
          <ac:chgData name="Tharaphe Aung" userId="62782b9ee2a78157" providerId="LiveId" clId="{5AC2A4D3-D2B7-48E1-A323-89F10EA5F062}" dt="2022-06-12T15:42:41.745" v="4" actId="22"/>
          <ac:spMkLst>
            <pc:docMk/>
            <pc:sldMk cId="4210110211" sldId="267"/>
            <ac:spMk id="4" creationId="{BCE93C52-D81C-2E95-B1FB-986EBFFD1D5A}"/>
          </ac:spMkLst>
        </pc:spChg>
        <pc:spChg chg="add del mod">
          <ac:chgData name="Tharaphe Aung" userId="62782b9ee2a78157" providerId="LiveId" clId="{5AC2A4D3-D2B7-48E1-A323-89F10EA5F062}" dt="2022-06-12T15:43:05.411" v="6" actId="22"/>
          <ac:spMkLst>
            <pc:docMk/>
            <pc:sldMk cId="4210110211" sldId="267"/>
            <ac:spMk id="10" creationId="{DE5C912C-09A7-C799-8A33-5DE8DA92FFCA}"/>
          </ac:spMkLst>
        </pc:spChg>
        <pc:picChg chg="add mod ord">
          <ac:chgData name="Tharaphe Aung" userId="62782b9ee2a78157" providerId="LiveId" clId="{5AC2A4D3-D2B7-48E1-A323-89F10EA5F062}" dt="2022-06-12T15:44:54.696" v="38" actId="1076"/>
          <ac:picMkLst>
            <pc:docMk/>
            <pc:sldMk cId="4210110211" sldId="267"/>
            <ac:picMk id="6" creationId="{2D9C1FEE-1072-64B4-811D-CD01D341222B}"/>
          </ac:picMkLst>
        </pc:picChg>
        <pc:picChg chg="add del mod ord">
          <ac:chgData name="Tharaphe Aung" userId="62782b9ee2a78157" providerId="LiveId" clId="{5AC2A4D3-D2B7-48E1-A323-89F10EA5F062}" dt="2022-06-12T15:42:44.100" v="5" actId="478"/>
          <ac:picMkLst>
            <pc:docMk/>
            <pc:sldMk cId="4210110211" sldId="267"/>
            <ac:picMk id="8" creationId="{25F9500C-FCD3-49DF-30C3-751E4DF8F107}"/>
          </ac:picMkLst>
        </pc:picChg>
        <pc:picChg chg="add mod ord">
          <ac:chgData name="Tharaphe Aung" userId="62782b9ee2a78157" providerId="LiveId" clId="{5AC2A4D3-D2B7-48E1-A323-89F10EA5F062}" dt="2022-06-12T15:44:52.112" v="37" actId="14100"/>
          <ac:picMkLst>
            <pc:docMk/>
            <pc:sldMk cId="4210110211" sldId="267"/>
            <ac:picMk id="12" creationId="{875FBAAF-EE48-8CF2-B186-87E84B110DE8}"/>
          </ac:picMkLst>
        </pc:picChg>
        <pc:picChg chg="add mod">
          <ac:chgData name="Tharaphe Aung" userId="62782b9ee2a78157" providerId="LiveId" clId="{5AC2A4D3-D2B7-48E1-A323-89F10EA5F062}" dt="2022-06-12T15:44:59.176" v="39" actId="14100"/>
          <ac:picMkLst>
            <pc:docMk/>
            <pc:sldMk cId="4210110211" sldId="267"/>
            <ac:picMk id="14" creationId="{57B469E8-E149-B1F2-F408-B783AC7053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7B294-8982-463F-9D7E-EF82D728623B}" type="datetimeFigureOut">
              <a:rPr lang="en-US" smtClean="0"/>
              <a:t>1/19/2023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0BB3B-760E-4805-9FD6-D391A7ED1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80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0BB3B-760E-4805-9FD6-D391A7ED1C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_JohBDMur4?feature=oembed" TargetMode="External"/><Relationship Id="rId6" Type="http://schemas.openxmlformats.org/officeDocument/2006/relationships/image" Target="../media/image3.jpe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rottenwebsites.miraheze.org/wiki/Zo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ngimg.com/png/55093-rewards-free-clipart-hd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623950" cy="3686015"/>
          </a:xfrm>
        </p:spPr>
        <p:txBody>
          <a:bodyPr>
            <a:normAutofit/>
          </a:bodyPr>
          <a:lstStyle/>
          <a:p>
            <a:r>
              <a:rPr lang="en-US" dirty="0"/>
              <a:t>Introduction with online Apps</a:t>
            </a:r>
            <a:endParaRPr lang="en-US" sz="8000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83" y="243355"/>
            <a:ext cx="10058400" cy="4871085"/>
          </a:xfrm>
        </p:spPr>
        <p:txBody>
          <a:bodyPr anchor="ctr">
            <a:normAutofit fontScale="90000"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7 best Free video interviewing software platforms</a:t>
            </a: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1 Zoom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2 Microsoft teams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3 WhatsApp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4 Skype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5 Google meet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6  Team Viewer or Any Desk</a:t>
            </a:r>
            <a:br>
              <a:rPr lang="en-US" sz="2700" i="1" dirty="0">
                <a:solidFill>
                  <a:srgbClr val="FFFFFF"/>
                </a:solidFill>
              </a:rPr>
            </a:br>
            <a:r>
              <a:rPr lang="en-US" sz="2700" i="1" dirty="0">
                <a:solidFill>
                  <a:srgbClr val="FFFFFF"/>
                </a:solidFill>
              </a:rPr>
              <a:t>7  Webex</a:t>
            </a:r>
            <a:br>
              <a:rPr lang="en-US" sz="2700" i="1" dirty="0">
                <a:solidFill>
                  <a:srgbClr val="FFFFFF"/>
                </a:solidFill>
              </a:rPr>
            </a:br>
            <a:br>
              <a:rPr lang="en-US" sz="2700" i="1" dirty="0">
                <a:solidFill>
                  <a:srgbClr val="FFFFFF"/>
                </a:solidFill>
              </a:rPr>
            </a:br>
            <a:endParaRPr lang="en-US" sz="27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2E04-ECD7-7345-BDA1-459EE30D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How to use Zoom Apps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B27CC-E1A1-FBC3-8AAB-EE76F24E6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2760" y="2105025"/>
            <a:ext cx="4036805" cy="26479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468C2C-EFCD-0555-B855-0DA28D12D0A1}"/>
              </a:ext>
            </a:extLst>
          </p:cNvPr>
          <p:cNvSpPr txBox="1"/>
          <p:nvPr/>
        </p:nvSpPr>
        <p:spPr>
          <a:xfrm>
            <a:off x="932760" y="4752975"/>
            <a:ext cx="4036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rottenwebsites.miraheze.org/wiki/Zoom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  <p:pic>
        <p:nvPicPr>
          <p:cNvPr id="7" name="Online Media 6" title="Zoom Tutorial for Beginners: How to Use Zoom Video Conferencing">
            <a:hlinkClick r:id="" action="ppaction://media"/>
            <a:extLst>
              <a:ext uri="{FF2B5EF4-FFF2-40B4-BE49-F238E27FC236}">
                <a16:creationId xmlns:a16="http://schemas.microsoft.com/office/drawing/2014/main" id="{CE302DB6-6376-FFB0-387D-A4C011E608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5711686" y="2249248"/>
            <a:ext cx="4982818" cy="314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8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4A2A-8D21-F72E-9B07-C1F1D2F5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9C1FEE-1072-64B4-811D-CD01D34122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054717" y="-1"/>
            <a:ext cx="3628571" cy="6114197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75FBAAF-EE48-8CF2-B186-87E84B110D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137286" y="0"/>
            <a:ext cx="3917432" cy="6220917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B469E8-E149-B1F2-F408-B783AC705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83" y="0"/>
            <a:ext cx="391743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1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26078-7512-D265-4D8D-75CA9CFB72AB}"/>
              </a:ext>
            </a:extLst>
          </p:cNvPr>
          <p:cNvSpPr txBox="1"/>
          <p:nvPr/>
        </p:nvSpPr>
        <p:spPr>
          <a:xfrm>
            <a:off x="6966858" y="928915"/>
            <a:ext cx="478971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Microsoft Teams meeting</a:t>
            </a:r>
          </a:p>
          <a:p>
            <a:endParaRPr lang="en-US" dirty="0"/>
          </a:p>
          <a:p>
            <a:r>
              <a:rPr lang="en-US" dirty="0"/>
              <a:t>Join on your computer or mobile app</a:t>
            </a:r>
          </a:p>
          <a:p>
            <a:endParaRPr lang="en-US" dirty="0"/>
          </a:p>
          <a:p>
            <a:r>
              <a:rPr lang="en-US" dirty="0"/>
              <a:t>Click here to join the meeting</a:t>
            </a:r>
          </a:p>
          <a:p>
            <a:endParaRPr lang="en-US" dirty="0"/>
          </a:p>
          <a:p>
            <a:r>
              <a:rPr lang="en-US" dirty="0"/>
              <a:t>Join with a video conferencing device</a:t>
            </a:r>
          </a:p>
          <a:p>
            <a:endParaRPr lang="en-US" dirty="0"/>
          </a:p>
          <a:p>
            <a:r>
              <a:rPr lang="en-US" dirty="0"/>
              <a:t>Teams@vc.lamresearch.com</a:t>
            </a:r>
          </a:p>
          <a:p>
            <a:endParaRPr lang="en-US" dirty="0"/>
          </a:p>
          <a:p>
            <a:r>
              <a:rPr lang="en-US" dirty="0"/>
              <a:t>Video Conference ID: 112 401 705 4</a:t>
            </a:r>
          </a:p>
          <a:p>
            <a:endParaRPr lang="en-US" dirty="0"/>
          </a:p>
          <a:p>
            <a:r>
              <a:rPr lang="en-US" dirty="0"/>
              <a:t>Alternate </a:t>
            </a:r>
            <a:r>
              <a:rPr lang="en-US" dirty="0" err="1"/>
              <a:t>VTC</a:t>
            </a:r>
            <a:r>
              <a:rPr lang="en-US" dirty="0"/>
              <a:t> instructions</a:t>
            </a:r>
          </a:p>
          <a:p>
            <a:endParaRPr lang="en-US" dirty="0"/>
          </a:p>
          <a:p>
            <a:r>
              <a:rPr lang="en-US" dirty="0"/>
              <a:t>Or call in (audio only)</a:t>
            </a:r>
          </a:p>
          <a:p>
            <a:endParaRPr lang="en-US" dirty="0"/>
          </a:p>
          <a:p>
            <a:r>
              <a:rPr lang="en-US" dirty="0"/>
              <a:t>+65 3157 1917,,671775772#   Singapore, Singapore</a:t>
            </a:r>
          </a:p>
          <a:p>
            <a:endParaRPr lang="en-US" dirty="0"/>
          </a:p>
          <a:p>
            <a:r>
              <a:rPr lang="en-US" dirty="0"/>
              <a:t>Phone Conference ID: 671 775 772#</a:t>
            </a:r>
          </a:p>
          <a:p>
            <a:endParaRPr lang="en-US" dirty="0"/>
          </a:p>
          <a:p>
            <a:r>
              <a:rPr lang="en-US" dirty="0"/>
              <a:t>Find a local number | Reset PIN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Learn More | Meeting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DB7DC-26C6-178A-2917-9BD8F96B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86" y="464457"/>
            <a:ext cx="5036457" cy="93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3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C86D5C-BE93-BA60-D720-72AD63786AA3}"/>
              </a:ext>
            </a:extLst>
          </p:cNvPr>
          <p:cNvSpPr txBox="1"/>
          <p:nvPr/>
        </p:nvSpPr>
        <p:spPr>
          <a:xfrm>
            <a:off x="6095999" y="874644"/>
            <a:ext cx="54466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Dear Madam,</a:t>
            </a:r>
          </a:p>
          <a:p>
            <a:endParaRPr lang="en-US" dirty="0"/>
          </a:p>
          <a:p>
            <a:r>
              <a:rPr lang="en-US" dirty="0"/>
              <a:t>           It is a great honor to speak with you today about the service coordinator position today.</a:t>
            </a:r>
          </a:p>
          <a:p>
            <a:r>
              <a:rPr lang="en-US" dirty="0"/>
              <a:t>The job seems to be a perfect match for my ability and skill.</a:t>
            </a:r>
          </a:p>
          <a:p>
            <a:endParaRPr lang="en-US" dirty="0"/>
          </a:p>
          <a:p>
            <a:r>
              <a:rPr lang="en-US" dirty="0"/>
              <a:t>          I appreciate the time you took for interviewing me. I believe I could learn a lot from your organization and work happily with you.</a:t>
            </a:r>
          </a:p>
          <a:p>
            <a:r>
              <a:rPr lang="en-US" dirty="0"/>
              <a:t>I look forward to hearing from you concerning with the hiring decision. And thank you again for your time and consideration.</a:t>
            </a:r>
          </a:p>
          <a:p>
            <a:endParaRPr lang="en-US" dirty="0"/>
          </a:p>
          <a:p>
            <a:r>
              <a:rPr lang="en-US" dirty="0"/>
              <a:t>Best regards,</a:t>
            </a:r>
          </a:p>
          <a:p>
            <a:r>
              <a:rPr lang="en-US" dirty="0" err="1"/>
              <a:t>Ei</a:t>
            </a:r>
            <a:r>
              <a:rPr lang="en-US" dirty="0"/>
              <a:t> Thaw Tar Aung</a:t>
            </a:r>
          </a:p>
          <a:p>
            <a:r>
              <a:rPr lang="en-US" dirty="0"/>
              <a:t>+959975642323 (WhatsApp)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A9FBD-9CC0-C854-F0B1-05D9FA5A91AA}"/>
              </a:ext>
            </a:extLst>
          </p:cNvPr>
          <p:cNvSpPr txBox="1"/>
          <p:nvPr/>
        </p:nvSpPr>
        <p:spPr>
          <a:xfrm>
            <a:off x="649359" y="874644"/>
            <a:ext cx="51285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Dear </a:t>
            </a:r>
            <a:r>
              <a:rPr lang="en-US" dirty="0" err="1"/>
              <a:t>Lvy</a:t>
            </a:r>
            <a:r>
              <a:rPr lang="en-US" dirty="0"/>
              <a:t> Lim</a:t>
            </a:r>
          </a:p>
          <a:p>
            <a:endParaRPr lang="en-US" dirty="0"/>
          </a:p>
          <a:p>
            <a:r>
              <a:rPr lang="en-US" dirty="0"/>
              <a:t>Thank you for your interview   invitation.</a:t>
            </a:r>
          </a:p>
          <a:p>
            <a:r>
              <a:rPr lang="en-US" dirty="0"/>
              <a:t>I am delighted to answer the interview and I am ready for any time.</a:t>
            </a:r>
          </a:p>
          <a:p>
            <a:endParaRPr lang="en-US" dirty="0"/>
          </a:p>
          <a:p>
            <a:r>
              <a:rPr lang="en-US" dirty="0"/>
              <a:t>You may arrange online interview via Zoom or teams.</a:t>
            </a:r>
          </a:p>
          <a:p>
            <a:r>
              <a:rPr lang="en-US" dirty="0"/>
              <a:t>Best regards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+959(WhatsApp)</a:t>
            </a:r>
          </a:p>
        </p:txBody>
      </p:sp>
    </p:spTree>
    <p:extLst>
      <p:ext uri="{BB962C8B-B14F-4D97-AF65-F5344CB8AC3E}">
        <p14:creationId xmlns:p14="http://schemas.microsoft.com/office/powerpoint/2010/main" val="188388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D00004-ED64-5986-8EB3-07269495FFF1}"/>
              </a:ext>
            </a:extLst>
          </p:cNvPr>
          <p:cNvSpPr txBox="1"/>
          <p:nvPr/>
        </p:nvSpPr>
        <p:spPr>
          <a:xfrm>
            <a:off x="0" y="0"/>
            <a:ext cx="11767931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Dear Miss Tharaphe Aung,</a:t>
            </a:r>
          </a:p>
          <a:p>
            <a:endParaRPr lang="en-US" sz="1400" dirty="0"/>
          </a:p>
          <a:p>
            <a:r>
              <a:rPr lang="en-US" sz="1400" dirty="0"/>
              <a:t>Thank you for taking the time to do an online interview and discuss the job with our project engineer </a:t>
            </a:r>
            <a:r>
              <a:rPr lang="en-US" sz="1400" dirty="0" err="1"/>
              <a:t>Mr</a:t>
            </a:r>
            <a:r>
              <a:rPr lang="en-US" sz="1400" dirty="0"/>
              <a:t> Jason Lee on 12 Jan 2022. </a:t>
            </a:r>
          </a:p>
          <a:p>
            <a:endParaRPr lang="en-US" sz="1400" dirty="0"/>
          </a:p>
          <a:p>
            <a:r>
              <a:rPr lang="en-US" sz="1400" dirty="0"/>
              <a:t>We have completed all of our interviews and we are pleased to inform you that we would like to offer you the Electrical Engineer position.</a:t>
            </a:r>
          </a:p>
          <a:p>
            <a:endParaRPr lang="en-US" sz="1400" dirty="0"/>
          </a:p>
          <a:p>
            <a:r>
              <a:rPr lang="en-US" sz="1400" dirty="0"/>
              <a:t>As per our discussion, you agreed with the offered salary.</a:t>
            </a:r>
          </a:p>
          <a:p>
            <a:endParaRPr lang="en-US" sz="1400" dirty="0"/>
          </a:p>
          <a:p>
            <a:r>
              <a:rPr lang="en-US" sz="1400" dirty="0"/>
              <a:t>The next step is to apply for your work pass and could you be able to provide your reference?</a:t>
            </a:r>
          </a:p>
          <a:p>
            <a:endParaRPr lang="en-US" sz="1400" dirty="0"/>
          </a:p>
          <a:p>
            <a:r>
              <a:rPr lang="en-US" sz="1400" dirty="0"/>
              <a:t>Kindly provide your references such as personal information, travel document, educational certificates, and vaccination certificate (digitally-verifiable certificates) for work pass application purposes.</a:t>
            </a:r>
          </a:p>
          <a:p>
            <a:endParaRPr lang="en-US" sz="1400" dirty="0"/>
          </a:p>
          <a:p>
            <a:r>
              <a:rPr lang="en-US" sz="1400" dirty="0"/>
              <a:t>Please respond to this email to let us know if you would like to accept the electrical engineer position.</a:t>
            </a:r>
          </a:p>
          <a:p>
            <a:endParaRPr lang="en-US" sz="1400" dirty="0"/>
          </a:p>
          <a:p>
            <a:r>
              <a:rPr lang="en-US" sz="1400" dirty="0"/>
              <a:t>Should you have any questions or concerns, please do not hesitate to contact me.</a:t>
            </a:r>
          </a:p>
          <a:p>
            <a:endParaRPr lang="en-US" sz="1400" dirty="0"/>
          </a:p>
          <a:p>
            <a:r>
              <a:rPr lang="en-US" sz="1400" dirty="0"/>
              <a:t>Thank you.</a:t>
            </a:r>
          </a:p>
          <a:p>
            <a:endParaRPr lang="en-US" sz="1400" dirty="0"/>
          </a:p>
          <a:p>
            <a:r>
              <a:rPr lang="en-US" sz="1400" dirty="0"/>
              <a:t>Regards,</a:t>
            </a:r>
          </a:p>
          <a:p>
            <a:endParaRPr lang="en-US" sz="1400" dirty="0"/>
          </a:p>
          <a:p>
            <a:r>
              <a:rPr lang="en-US" sz="1400" dirty="0" err="1"/>
              <a:t>Poh</a:t>
            </a:r>
            <a:r>
              <a:rPr lang="en-US" sz="1400" dirty="0"/>
              <a:t> Yee (Miss)</a:t>
            </a:r>
          </a:p>
          <a:p>
            <a:endParaRPr lang="en-US" sz="1400" dirty="0"/>
          </a:p>
          <a:p>
            <a:r>
              <a:rPr lang="en-US" sz="1400" dirty="0"/>
              <a:t>HR &amp; Acct Assistant</a:t>
            </a:r>
          </a:p>
          <a:p>
            <a:endParaRPr lang="en-US" sz="1400" dirty="0"/>
          </a:p>
          <a:p>
            <a:r>
              <a:rPr lang="en-US" sz="1400" dirty="0"/>
              <a:t>MA YI GROUP PTE LTD</a:t>
            </a:r>
          </a:p>
          <a:p>
            <a:endParaRPr lang="en-US" sz="1400" dirty="0"/>
          </a:p>
          <a:p>
            <a:r>
              <a:rPr lang="en-US" sz="1400" dirty="0"/>
              <a:t>2 Yishun Industrial Street 1,</a:t>
            </a:r>
          </a:p>
          <a:p>
            <a:endParaRPr lang="en-US" sz="1400" dirty="0"/>
          </a:p>
          <a:p>
            <a:r>
              <a:rPr lang="en-US" sz="1400" dirty="0"/>
              <a:t>#06-13 Northpoint Bizhub,</a:t>
            </a:r>
          </a:p>
          <a:p>
            <a:endParaRPr lang="en-US" sz="1400" dirty="0"/>
          </a:p>
          <a:p>
            <a:r>
              <a:rPr lang="en-US" sz="1400" dirty="0"/>
              <a:t>Singapore 768159</a:t>
            </a:r>
          </a:p>
          <a:p>
            <a:endParaRPr lang="en-US" sz="1400" dirty="0"/>
          </a:p>
          <a:p>
            <a:r>
              <a:rPr lang="en-US" sz="1400" dirty="0"/>
              <a:t>Tel: 6635 2665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9201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57B33-96B0-A7F8-E155-68EA7157E734}"/>
              </a:ext>
            </a:extLst>
          </p:cNvPr>
          <p:cNvSpPr txBox="1"/>
          <p:nvPr/>
        </p:nvSpPr>
        <p:spPr>
          <a:xfrm>
            <a:off x="2093842" y="791820"/>
            <a:ext cx="65333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Dear </a:t>
            </a:r>
            <a:r>
              <a:rPr lang="en-US" dirty="0" err="1"/>
              <a:t>Poh</a:t>
            </a:r>
            <a:r>
              <a:rPr lang="en-US" dirty="0"/>
              <a:t> Yee(Miss)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Thank you for your job offer of Electrical Engineer at Ma Yi Group </a:t>
            </a:r>
            <a:r>
              <a:rPr lang="en-US" dirty="0" err="1"/>
              <a:t>pte.ltd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I am delighted to formally accept the offer, and I am very much looking forward to joining the team. </a:t>
            </a:r>
          </a:p>
          <a:p>
            <a:endParaRPr lang="en-US" dirty="0"/>
          </a:p>
          <a:p>
            <a:r>
              <a:rPr lang="en-US" dirty="0"/>
              <a:t>and I would like to send my certificates, vaccination certificates, and travel documents with attached files to you.</a:t>
            </a:r>
          </a:p>
          <a:p>
            <a:endParaRPr lang="en-US" dirty="0"/>
          </a:p>
          <a:p>
            <a:r>
              <a:rPr lang="en-US" dirty="0"/>
              <a:t>Best regards,</a:t>
            </a:r>
          </a:p>
          <a:p>
            <a:endParaRPr lang="en-US" dirty="0"/>
          </a:p>
          <a:p>
            <a:r>
              <a:rPr lang="en-US" dirty="0"/>
              <a:t>Tharaphe Aung</a:t>
            </a:r>
          </a:p>
        </p:txBody>
      </p:sp>
    </p:spTree>
    <p:extLst>
      <p:ext uri="{BB962C8B-B14F-4D97-AF65-F5344CB8AC3E}">
        <p14:creationId xmlns:p14="http://schemas.microsoft.com/office/powerpoint/2010/main" val="208881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9D06B7-D10D-CB8E-1F57-9DE7056B7527}"/>
              </a:ext>
            </a:extLst>
          </p:cNvPr>
          <p:cNvSpPr txBox="1"/>
          <p:nvPr/>
        </p:nvSpPr>
        <p:spPr>
          <a:xfrm>
            <a:off x="1899138" y="121314"/>
            <a:ext cx="724603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Dear Madam,</a:t>
            </a:r>
          </a:p>
          <a:p>
            <a:endParaRPr lang="en-US" dirty="0"/>
          </a:p>
          <a:p>
            <a:r>
              <a:rPr lang="en-US" dirty="0"/>
              <a:t>Following on from Monday's interview for the Assistant Field Service Engineer position, I wish to reaffirm my enthusiasm for the role and my desire to work for your organization.</a:t>
            </a:r>
          </a:p>
          <a:p>
            <a:endParaRPr lang="en-US" dirty="0"/>
          </a:p>
          <a:p>
            <a:r>
              <a:rPr lang="en-US" dirty="0"/>
              <a:t>I understand and appreciate you have lots of candidates to choose from, but if I am successful, I will be a committed, loyal and trustworthy member of your team who will consistently work hard to ensure you achieve your long-term business goals.</a:t>
            </a:r>
          </a:p>
          <a:p>
            <a:endParaRPr lang="en-US" dirty="0"/>
          </a:p>
          <a:p>
            <a:r>
              <a:rPr lang="en-US" dirty="0"/>
              <a:t>If you need  any further information or documents from me, please do not hesitate to contact me.</a:t>
            </a:r>
          </a:p>
          <a:p>
            <a:endParaRPr lang="en-US" dirty="0"/>
          </a:p>
          <a:p>
            <a:r>
              <a:rPr lang="en-US" dirty="0"/>
              <a:t>Yours faithfully,</a:t>
            </a:r>
          </a:p>
          <a:p>
            <a:endParaRPr lang="en-US" dirty="0"/>
          </a:p>
          <a:p>
            <a:r>
              <a:rPr lang="en-US" dirty="0"/>
              <a:t>Miss THARAPHE AUNG</a:t>
            </a:r>
          </a:p>
          <a:p>
            <a:endParaRPr lang="en-US" dirty="0"/>
          </a:p>
          <a:p>
            <a:r>
              <a:rPr lang="en-US" dirty="0"/>
              <a:t>+959976821552(WhatsApp, Telegram)</a:t>
            </a:r>
          </a:p>
          <a:p>
            <a:endParaRPr lang="en-US" dirty="0"/>
          </a:p>
          <a:p>
            <a:r>
              <a:rPr lang="en-US" dirty="0"/>
              <a:t>Show quoted text</a:t>
            </a:r>
          </a:p>
        </p:txBody>
      </p:sp>
    </p:spTree>
    <p:extLst>
      <p:ext uri="{BB962C8B-B14F-4D97-AF65-F5344CB8AC3E}">
        <p14:creationId xmlns:p14="http://schemas.microsoft.com/office/powerpoint/2010/main" val="256121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2F0E-C5D7-4E63-287B-CF749C8F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716368"/>
          </a:xfrm>
        </p:spPr>
        <p:txBody>
          <a:bodyPr>
            <a:normAutofit fontScale="90000"/>
          </a:bodyPr>
          <a:lstStyle/>
          <a:p>
            <a:r>
              <a:rPr lang="en-US" dirty="0"/>
              <a:t>I wish all of you </a:t>
            </a:r>
            <a:br>
              <a:rPr lang="en-US" dirty="0"/>
            </a:br>
            <a:r>
              <a:rPr lang="en-US" dirty="0"/>
              <a:t>Be getting a great job with High Salary Soon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2632746-3B44-847A-A80A-6AB4C7204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946401" y="2320048"/>
            <a:ext cx="6887860" cy="331931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4B613B-A124-6B44-707B-3BA3DD3377A6}"/>
              </a:ext>
            </a:extLst>
          </p:cNvPr>
          <p:cNvSpPr txBox="1"/>
          <p:nvPr/>
        </p:nvSpPr>
        <p:spPr>
          <a:xfrm>
            <a:off x="3022653" y="4824002"/>
            <a:ext cx="61794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reepngimg.com/png/55093-rewards-free-clipart-hd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1567990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{8ABADCA5-27BC-404A-8812-8E5EBC0E03DF}tf56160789_win32</Template>
  <TotalTime>100</TotalTime>
  <Words>677</Words>
  <Application>Microsoft Office PowerPoint</Application>
  <PresentationFormat>Widescreen</PresentationFormat>
  <Paragraphs>112</Paragraphs>
  <Slides>10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Bookman Old Style</vt:lpstr>
      <vt:lpstr>Calibri</vt:lpstr>
      <vt:lpstr>Franklin Gothic Book</vt:lpstr>
      <vt:lpstr>1_RetrospectVTI</vt:lpstr>
      <vt:lpstr>Introduction with online Apps</vt:lpstr>
      <vt:lpstr>7 best Free video interviewing software platforms  1 Zoom 2 Microsoft teams 3 WhatsApp 4 Skype 5 Google meet 6  Team Viewer or Any Desk 7  Webex  </vt:lpstr>
      <vt:lpstr> How to use Zoom Apps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wish all of you  Be getting a great job with High Salary Soon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with online Apps</dc:title>
  <dc:creator>Tharaphe Aung</dc:creator>
  <cp:lastModifiedBy>Nay Zaw Aung</cp:lastModifiedBy>
  <cp:revision>6</cp:revision>
  <dcterms:created xsi:type="dcterms:W3CDTF">2022-06-12T14:46:58Z</dcterms:created>
  <dcterms:modified xsi:type="dcterms:W3CDTF">2023-01-19T07:23:59Z</dcterms:modified>
</cp:coreProperties>
</file>