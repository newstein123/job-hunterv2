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2"/>
    <p:sldId id="290" r:id="rId3"/>
    <p:sldId id="291" r:id="rId4"/>
    <p:sldId id="292" r:id="rId5"/>
    <p:sldId id="293" r:id="rId6"/>
    <p:sldId id="294" r:id="rId7"/>
    <p:sldId id="295" r:id="rId8"/>
    <p:sldId id="257" r:id="rId9"/>
    <p:sldId id="258" r:id="rId10"/>
    <p:sldId id="259" r:id="rId11"/>
    <p:sldId id="264" r:id="rId12"/>
    <p:sldId id="265" r:id="rId13"/>
    <p:sldId id="280" r:id="rId14"/>
    <p:sldId id="281" r:id="rId15"/>
    <p:sldId id="28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17C5F0E-5605-4033-BD36-C8756BF91D8F}">
          <p14:sldIdLst>
            <p14:sldId id="256"/>
            <p14:sldId id="290"/>
            <p14:sldId id="291"/>
            <p14:sldId id="292"/>
            <p14:sldId id="293"/>
            <p14:sldId id="294"/>
            <p14:sldId id="295"/>
            <p14:sldId id="257"/>
            <p14:sldId id="258"/>
            <p14:sldId id="259"/>
            <p14:sldId id="264"/>
            <p14:sldId id="265"/>
          </p14:sldIdLst>
        </p14:section>
        <p14:section name="Untitled Section" id="{7E492169-1B0A-4159-84D2-926BF55769EC}">
          <p14:sldIdLst>
            <p14:sldId id="280"/>
            <p14:sldId id="281"/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4799" autoAdjust="0"/>
  </p:normalViewPr>
  <p:slideViewPr>
    <p:cSldViewPr snapToGrid="0">
      <p:cViewPr varScale="1">
        <p:scale>
          <a:sx n="46" d="100"/>
          <a:sy n="46" d="100"/>
        </p:scale>
        <p:origin x="140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EC7C0F-5FDE-4BA3-99B3-197229BB3019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9304B4-B479-4EC1-8318-C3E1CE724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650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04B4-B479-4EC1-8318-C3E1CE724DE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763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9304B4-B479-4EC1-8318-C3E1CE724DE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507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hyperlink" Target="http://www.jobsdb.com/hk" TargetMode="External"/><Relationship Id="rId7" Type="http://schemas.openxmlformats.org/officeDocument/2006/relationships/hyperlink" Target="http://www.jobmarket.com.hk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monster.com.hk/" TargetMode="External"/><Relationship Id="rId5" Type="http://schemas.openxmlformats.org/officeDocument/2006/relationships/hyperlink" Target="http://www.ctgoodjobs.hk/" TargetMode="External"/><Relationship Id="rId4" Type="http://schemas.openxmlformats.org/officeDocument/2006/relationships/hyperlink" Target="http://www.indeed.hk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www.jobsdb.com/hk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indeed.hk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www.ctgoodjobs.hk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www.monster.com.hk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://www.jobmarket.com.hk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897" y="0"/>
            <a:ext cx="9733478" cy="59158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52969" y="1153300"/>
            <a:ext cx="5599196" cy="761998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Websites Platforms for Hong Kong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88007" y="5259290"/>
            <a:ext cx="2987803" cy="445410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Career Coaching Center-CCC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B0CBC1-DF67-4292-A93F-1B9114908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480" y="0"/>
            <a:ext cx="116083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989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160C-F9B7-2654-F481-45CB38F19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WEBSITES PLATFORMS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79237-EBDF-E077-25AD-F66C0B078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745668"/>
            <a:ext cx="8915400" cy="4378036"/>
          </a:xfrm>
        </p:spPr>
        <p:txBody>
          <a:bodyPr>
            <a:normAutofit/>
          </a:bodyPr>
          <a:lstStyle/>
          <a:p>
            <a:r>
              <a:rPr lang="sv-SE" sz="2000" dirty="0"/>
              <a:t>JobsDB Hong Kong (</a:t>
            </a:r>
            <a:r>
              <a:rPr lang="sv-SE" sz="2000" dirty="0">
                <a:hlinkClick r:id="rId3"/>
              </a:rPr>
              <a:t>www.jobsdb.com/hk</a:t>
            </a:r>
            <a:r>
              <a:rPr lang="sv-SE" sz="2000" dirty="0"/>
              <a:t>)</a:t>
            </a:r>
          </a:p>
          <a:p>
            <a:endParaRPr lang="sv-SE" sz="2000" dirty="0"/>
          </a:p>
          <a:p>
            <a:r>
              <a:rPr lang="sv-SE" sz="2000" dirty="0"/>
              <a:t>Indeed Hong Kong (</a:t>
            </a:r>
            <a:r>
              <a:rPr lang="sv-SE" sz="2000" dirty="0">
                <a:hlinkClick r:id="rId4"/>
              </a:rPr>
              <a:t>www.indeed.hk</a:t>
            </a:r>
            <a:r>
              <a:rPr lang="sv-SE" sz="2000" dirty="0"/>
              <a:t>)</a:t>
            </a:r>
          </a:p>
          <a:p>
            <a:endParaRPr lang="sv-SE" sz="2000" dirty="0"/>
          </a:p>
          <a:p>
            <a:r>
              <a:rPr lang="sv-SE" sz="2000" dirty="0"/>
              <a:t>CTgoodjobs (</a:t>
            </a:r>
            <a:r>
              <a:rPr lang="sv-SE" sz="2000" dirty="0">
                <a:hlinkClick r:id="rId5"/>
              </a:rPr>
              <a:t>www.ctgoodjobs.hk</a:t>
            </a:r>
            <a:r>
              <a:rPr lang="sv-SE" sz="2000" dirty="0"/>
              <a:t>)</a:t>
            </a:r>
          </a:p>
          <a:p>
            <a:endParaRPr lang="sv-SE" sz="2000" dirty="0"/>
          </a:p>
          <a:p>
            <a:r>
              <a:rPr lang="sv-SE" sz="2000" dirty="0"/>
              <a:t>Monster Hong Kong (</a:t>
            </a:r>
            <a:r>
              <a:rPr lang="sv-SE" sz="2000" dirty="0">
                <a:hlinkClick r:id="rId6"/>
              </a:rPr>
              <a:t>www.monster.com.hk</a:t>
            </a:r>
            <a:r>
              <a:rPr lang="sv-SE" sz="2000" dirty="0"/>
              <a:t>)</a:t>
            </a:r>
          </a:p>
          <a:p>
            <a:endParaRPr lang="sv-SE" sz="2000" dirty="0"/>
          </a:p>
          <a:p>
            <a:r>
              <a:rPr lang="sv-SE" sz="2000" dirty="0"/>
              <a:t>JobMarket (</a:t>
            </a:r>
            <a:r>
              <a:rPr lang="sv-SE" sz="2000" dirty="0">
                <a:hlinkClick r:id="rId7"/>
              </a:rPr>
              <a:t>www.jobmarket.com.hk</a:t>
            </a:r>
            <a:r>
              <a:rPr lang="sv-SE" sz="2000" dirty="0"/>
              <a:t>)</a:t>
            </a:r>
          </a:p>
          <a:p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59538A-F84A-528A-1E7D-D8635C6C4E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1062" y="0"/>
            <a:ext cx="1340938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432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9359D-7112-C41D-7B3A-5AA6B611C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v-SE" sz="3600" dirty="0"/>
              <a:t>JobsDB Hong Kong (</a:t>
            </a:r>
            <a:r>
              <a:rPr lang="sv-SE" sz="3600" dirty="0">
                <a:hlinkClick r:id="rId2"/>
              </a:rPr>
              <a:t>www.jobsdb.com/hk</a:t>
            </a:r>
            <a:r>
              <a:rPr lang="sv-SE" sz="3600" dirty="0"/>
              <a:t>)</a:t>
            </a:r>
            <a:br>
              <a:rPr lang="sv-SE" sz="3600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7416C3-40B7-E43E-F700-50ECC0D18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6100" y="1745672"/>
            <a:ext cx="8805335" cy="49530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B8724D7-2C9F-CFF3-FCA6-5065D51550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3462" y="0"/>
            <a:ext cx="1188538" cy="73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505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E3F6C-F920-0CA3-10B2-62FAF3024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z="3600" dirty="0"/>
              <a:t>Indeed Hong Kong (</a:t>
            </a:r>
            <a:r>
              <a:rPr lang="sv-SE" sz="3600" dirty="0">
                <a:hlinkClick r:id="rId2"/>
              </a:rPr>
              <a:t>www.indeed.hk</a:t>
            </a:r>
            <a:r>
              <a:rPr lang="sv-SE" sz="3600" dirty="0"/>
              <a:t>)</a:t>
            </a:r>
            <a:br>
              <a:rPr lang="sv-SE" sz="3600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E438A6-2A01-4800-CA0A-D637468E7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3709" y="1537854"/>
            <a:ext cx="8911687" cy="501282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72CE34B-EC9D-D963-2311-CD01360B1A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7382" y="-1"/>
            <a:ext cx="1274618" cy="73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099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D9C19-386B-B3BC-EAEE-DCAC85613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z="3600" dirty="0"/>
              <a:t>CTgoodjobs (</a:t>
            </a:r>
            <a:r>
              <a:rPr lang="sv-SE" sz="3600" dirty="0">
                <a:hlinkClick r:id="rId2"/>
              </a:rPr>
              <a:t>www.ctgoodjobs.hk</a:t>
            </a:r>
            <a:r>
              <a:rPr lang="sv-SE" sz="3600" dirty="0"/>
              <a:t>)</a:t>
            </a:r>
            <a:br>
              <a:rPr lang="sv-SE" sz="3600" dirty="0"/>
            </a:b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E2F766-08CE-D5A5-3CA3-767003416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1945" y="1475509"/>
            <a:ext cx="9482667" cy="5334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0F4D075-EAB8-D243-37EE-EA177FAD9B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0400" y="0"/>
            <a:ext cx="1371600" cy="88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304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39B17-2BA7-BE35-EB86-2E3C71915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v-SE" sz="3600" dirty="0"/>
              <a:t>Monster Hong Kong (</a:t>
            </a:r>
            <a:r>
              <a:rPr lang="sv-SE" sz="3600" dirty="0">
                <a:hlinkClick r:id="rId2"/>
              </a:rPr>
              <a:t>www.monster.com.hk</a:t>
            </a:r>
            <a:r>
              <a:rPr lang="sv-SE" sz="3600" dirty="0"/>
              <a:t>)</a:t>
            </a:r>
            <a:br>
              <a:rPr lang="sv-SE" sz="3600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69BBE0-085F-09C2-81DE-7BE26215D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925" y="1745673"/>
            <a:ext cx="8740093" cy="4876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A565264-9335-F70E-4A18-2572571AE0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1897" y="-1"/>
            <a:ext cx="1230103" cy="624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586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B4059-06E8-AB54-3427-CF7565D82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z="3600" dirty="0"/>
              <a:t>JobMarket (</a:t>
            </a:r>
            <a:r>
              <a:rPr lang="sv-SE" sz="3600" dirty="0">
                <a:hlinkClick r:id="rId2"/>
              </a:rPr>
              <a:t>www.jobmarket.com.hk</a:t>
            </a:r>
            <a:r>
              <a:rPr lang="sv-SE" sz="3600" dirty="0"/>
              <a:t>)</a:t>
            </a:r>
            <a:br>
              <a:rPr lang="sv-SE" sz="3600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17DD57-2E75-1550-9ED5-F05071122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925" y="1537855"/>
            <a:ext cx="8805335" cy="49530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FF2E510-A43A-F1B6-C0F1-DC8FDFE4FE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0"/>
            <a:ext cx="1219200" cy="80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90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658" y="414982"/>
            <a:ext cx="8690919" cy="5730446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861750" y="5601730"/>
            <a:ext cx="8476734" cy="5436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Hong Kong Geography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1,108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AAF802-57AC-26F3-1BEF-A1A7D8ED6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4982" y="-1"/>
            <a:ext cx="1427018" cy="983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323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1380158"/>
            <a:ext cx="2470974" cy="8643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Hong Kong Climate </a:t>
            </a: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660822" y="304801"/>
            <a:ext cx="9078096" cy="292443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822" y="3319849"/>
            <a:ext cx="9078096" cy="33610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97D5B3-D8A7-F522-232E-E9EB35429A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254" y="0"/>
            <a:ext cx="818167" cy="598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20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04949" y="5881814"/>
            <a:ext cx="5239265" cy="6919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Hong Kong Dollar Currency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HKD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5450" y="352423"/>
            <a:ext cx="4431956" cy="552939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7492" y="352423"/>
            <a:ext cx="4753232" cy="54172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F761C3-CB8B-E7C8-06D5-20C3DEE736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726" y="-21650"/>
            <a:ext cx="1103747" cy="61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011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281" y="191530"/>
            <a:ext cx="9753600" cy="54864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672281" y="5793260"/>
            <a:ext cx="9753600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 on location(You must negotiate  housing allowance from employer 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0D122F-FEA1-07E1-871B-02304FA41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777" y="0"/>
            <a:ext cx="1174683" cy="65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212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2475" y="716692"/>
            <a:ext cx="5626443" cy="577472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8668" y="716692"/>
            <a:ext cx="4002019" cy="27527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668" y="3987114"/>
            <a:ext cx="4002019" cy="25043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9DAFC0-4C05-6B59-7B81-5494B68886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905" y="0"/>
            <a:ext cx="1146975" cy="71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374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151" y="319177"/>
            <a:ext cx="10075653" cy="63835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B8426F7-61AE-B042-CC5B-31E4ACD30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3463" y="14377"/>
            <a:ext cx="1188537" cy="907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404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073" y="1035169"/>
            <a:ext cx="10061995" cy="56761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910D878-0B11-5848-81C9-51AC94CDA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7098" y="0"/>
            <a:ext cx="1534902" cy="83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495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133" y="436084"/>
            <a:ext cx="10032695" cy="605285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3FCEC5D-EAE2-769F-A0BE-70841E74B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917" y="0"/>
            <a:ext cx="842174" cy="581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45290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402</TotalTime>
  <Words>148</Words>
  <Application>Microsoft Office PowerPoint</Application>
  <PresentationFormat>Widescreen</PresentationFormat>
  <Paragraphs>25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Century Gothic</vt:lpstr>
      <vt:lpstr>Times New Roman</vt:lpstr>
      <vt:lpstr>Wingdings 3</vt:lpstr>
      <vt:lpstr>Wisp</vt:lpstr>
      <vt:lpstr>Websites Platforms for Hong Kong</vt:lpstr>
      <vt:lpstr>WEBSITES PLATFORMS</vt:lpstr>
      <vt:lpstr>JobsDB Hong Kong (www.jobsdb.com/hk) </vt:lpstr>
      <vt:lpstr>Indeed Hong Kong (www.indeed.hk) </vt:lpstr>
      <vt:lpstr>CTgoodjobs (www.ctgoodjobs.hk) </vt:lpstr>
      <vt:lpstr>Monster Hong Kong (www.monster.com.hk) </vt:lpstr>
      <vt:lpstr>JobMarket (www.jobmarket.com.hk)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Hong Kong Guide</dc:title>
  <dc:creator>Nay Zaw Aung</dc:creator>
  <cp:lastModifiedBy>Zin Mar Htwe</cp:lastModifiedBy>
  <cp:revision>31</cp:revision>
  <dcterms:created xsi:type="dcterms:W3CDTF">2023-07-27T03:36:46Z</dcterms:created>
  <dcterms:modified xsi:type="dcterms:W3CDTF">2024-02-20T02:36:24Z</dcterms:modified>
</cp:coreProperties>
</file>