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66" r:id="rId3"/>
    <p:sldId id="301" r:id="rId4"/>
    <p:sldId id="305" r:id="rId5"/>
    <p:sldId id="307" r:id="rId6"/>
    <p:sldId id="308" r:id="rId7"/>
    <p:sldId id="29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810" autoAdjust="0"/>
  </p:normalViewPr>
  <p:slideViewPr>
    <p:cSldViewPr snapToGrid="0" showGuides="1">
      <p:cViewPr varScale="1">
        <p:scale>
          <a:sx n="61" d="100"/>
          <a:sy n="61" d="100"/>
        </p:scale>
        <p:origin x="88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2/20/2024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2/20/2024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5.pn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12" Type="http://schemas.openxmlformats.org/officeDocument/2006/relationships/image" Target="../media/image14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.jpg"/><Relationship Id="rId11" Type="http://schemas.openxmlformats.org/officeDocument/2006/relationships/image" Target="../media/image13.jpg"/><Relationship Id="rId5" Type="http://schemas.openxmlformats.org/officeDocument/2006/relationships/image" Target="../media/image7.jpg"/><Relationship Id="rId10" Type="http://schemas.openxmlformats.org/officeDocument/2006/relationships/image" Target="../media/image12.jpg"/><Relationship Id="rId4" Type="http://schemas.openxmlformats.org/officeDocument/2006/relationships/image" Target="../media/image6.jpg"/><Relationship Id="rId9" Type="http://schemas.openxmlformats.org/officeDocument/2006/relationships/image" Target="../media/image11.jpg"/><Relationship Id="rId1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jpeg"/><Relationship Id="rId7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4.jpg"/><Relationship Id="rId4" Type="http://schemas.openxmlformats.org/officeDocument/2006/relationships/image" Target="../media/image9.jpg"/><Relationship Id="rId9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5.jp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bayt.com/" TargetMode="External"/><Relationship Id="rId13" Type="http://schemas.openxmlformats.org/officeDocument/2006/relationships/image" Target="../media/image24.jpg"/><Relationship Id="rId3" Type="http://schemas.openxmlformats.org/officeDocument/2006/relationships/hyperlink" Target="http://www.naukrigulf.com/" TargetMode="External"/><Relationship Id="rId7" Type="http://schemas.openxmlformats.org/officeDocument/2006/relationships/hyperlink" Target="http://www.indeed.ae/" TargetMode="External"/><Relationship Id="rId12" Type="http://schemas.openxmlformats.org/officeDocument/2006/relationships/image" Target="../media/image23.jpg"/><Relationship Id="rId2" Type="http://schemas.openxmlformats.org/officeDocument/2006/relationships/hyperlink" Target="http://www.gulftalent.com/" TargetMode="External"/><Relationship Id="rId16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ubizzle.com/" TargetMode="External"/><Relationship Id="rId11" Type="http://schemas.openxmlformats.org/officeDocument/2006/relationships/image" Target="../media/image22.jpg"/><Relationship Id="rId5" Type="http://schemas.openxmlformats.org/officeDocument/2006/relationships/hyperlink" Target="http://www.monstergulf.com/" TargetMode="External"/><Relationship Id="rId15" Type="http://schemas.openxmlformats.org/officeDocument/2006/relationships/image" Target="../media/image11.jpg"/><Relationship Id="rId10" Type="http://schemas.openxmlformats.org/officeDocument/2006/relationships/image" Target="../media/image21.png"/><Relationship Id="rId4" Type="http://schemas.openxmlformats.org/officeDocument/2006/relationships/hyperlink" Target="http://www.linkedin.com/" TargetMode="External"/><Relationship Id="rId9" Type="http://schemas.openxmlformats.org/officeDocument/2006/relationships/image" Target="../media/image3.jpg"/><Relationship Id="rId1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10" Type="http://schemas.openxmlformats.org/officeDocument/2006/relationships/image" Target="../media/image3.jp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663" y="364618"/>
            <a:ext cx="4986338" cy="2155737"/>
          </a:xfrm>
        </p:spPr>
        <p:txBody>
          <a:bodyPr/>
          <a:lstStyle/>
          <a:p>
            <a:r>
              <a:rPr lang="en-US" dirty="0"/>
              <a:t>Ready to Go to</a:t>
            </a:r>
            <a:br>
              <a:rPr lang="en-US" dirty="0"/>
            </a:br>
            <a:r>
              <a:rPr lang="en-US" dirty="0"/>
              <a:t>Singapore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CA0190-54DE-5F93-EB78-BA148F7A4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000" y="364618"/>
            <a:ext cx="5176087" cy="3847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27300D-1325-DC31-EC6B-68094A749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63" y="2987541"/>
            <a:ext cx="5672366" cy="35058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910E4A-0DAA-2E80-3008-F885F7159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30" y="38797"/>
            <a:ext cx="1144723" cy="65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017AED2-BB7B-731F-B131-1C87E580F97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2658" b="22658"/>
          <a:stretch>
            <a:fillRect/>
          </a:stretch>
        </p:blipFill>
        <p:spPr>
          <a:xfrm>
            <a:off x="514751" y="1347655"/>
            <a:ext cx="2325250" cy="1367315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3014" y="55867"/>
            <a:ext cx="8366456" cy="128587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Websites Platforms for Singapore Jobs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8938" y="6581775"/>
            <a:ext cx="373062" cy="206375"/>
          </a:xfrm>
        </p:spPr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A02B59-2F92-C434-DD4A-1C989EDDF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425" y="1341742"/>
            <a:ext cx="2098090" cy="1367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F67480-B5E1-BDCD-8443-73335E45F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926" y="1327483"/>
            <a:ext cx="2517709" cy="13673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519E8C-ACFF-33F9-CD54-254EE2ADD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257" y="3046769"/>
            <a:ext cx="2308825" cy="13078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3FC252-FD94-E31A-D829-D79029428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4838" y="1382463"/>
            <a:ext cx="2325250" cy="13265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8511BE-9E03-EC93-B4D0-B44A22F6FE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1228" y="3028871"/>
            <a:ext cx="2365820" cy="13673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48B323E-D1C1-B843-71AE-6C19FC18E0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751" y="4712679"/>
            <a:ext cx="2485665" cy="15529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F0A1C80-A2DF-E060-C31B-9A36F2A70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7413" y="4749058"/>
            <a:ext cx="1959520" cy="14801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9A09EB7-01F6-6000-C86D-216C264709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5995" y="2851759"/>
            <a:ext cx="1959520" cy="165093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38E0939-AAEF-74A1-AB09-DA11B19F94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4926" y="4749058"/>
            <a:ext cx="2553933" cy="15754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2180E45-2AE3-8F0F-5FB2-3249F19400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96934" y="4663667"/>
            <a:ext cx="2325250" cy="165093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DE744DD-7389-796C-DEF2-1564BC79FA3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751" y="2908465"/>
            <a:ext cx="2405706" cy="16107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138752-B328-1847-9AAE-965E51F6CE6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25893" y="0"/>
            <a:ext cx="1466107" cy="100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115" y="166690"/>
            <a:ext cx="11074150" cy="109703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Websites Platforms for Singapore Jobs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146" y="1917282"/>
            <a:ext cx="4641883" cy="3682134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2800" dirty="0" err="1"/>
              <a:t>JobStreet</a:t>
            </a:r>
            <a:r>
              <a:rPr lang="en-US" sz="2800" dirty="0"/>
              <a:t>  		</a:t>
            </a:r>
          </a:p>
          <a:p>
            <a:pPr marL="514350" indent="-514350">
              <a:buAutoNum type="arabicPeriod"/>
            </a:pPr>
            <a:r>
              <a:rPr lang="en-US" sz="2800" dirty="0"/>
              <a:t>BCA 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JobsDB</a:t>
            </a:r>
            <a:r>
              <a:rPr lang="en-US" sz="2800" dirty="0"/>
              <a:t> </a:t>
            </a:r>
          </a:p>
          <a:p>
            <a:pPr marL="514350" indent="-514350">
              <a:buAutoNum type="arabicPeriod"/>
            </a:pPr>
            <a:r>
              <a:rPr lang="en-US" sz="2800" dirty="0"/>
              <a:t>Indeed </a:t>
            </a:r>
          </a:p>
          <a:p>
            <a:pPr marL="514350" indent="-514350">
              <a:buAutoNum type="arabicPeriod"/>
            </a:pPr>
            <a:r>
              <a:rPr lang="en-US" sz="2800" dirty="0"/>
              <a:t>INTERNSG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dirty="0" err="1"/>
              <a:t>GlassDoor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8938" y="6581775"/>
            <a:ext cx="373062" cy="206375"/>
          </a:xfrm>
        </p:spPr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C395B8B-F4DC-1E8F-6524-4475641C7D3B}"/>
              </a:ext>
            </a:extLst>
          </p:cNvPr>
          <p:cNvSpPr txBox="1">
            <a:spLocks/>
          </p:cNvSpPr>
          <p:nvPr/>
        </p:nvSpPr>
        <p:spPr>
          <a:xfrm>
            <a:off x="6096000" y="1917282"/>
            <a:ext cx="4982271" cy="3506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7.   </a:t>
            </a:r>
            <a:r>
              <a:rPr lang="en-US" sz="2800" dirty="0" err="1"/>
              <a:t>Jobcentral</a:t>
            </a:r>
            <a:r>
              <a:rPr lang="en-US" sz="2800" dirty="0"/>
              <a:t> </a:t>
            </a:r>
          </a:p>
          <a:p>
            <a:r>
              <a:rPr lang="en-US" sz="2800" dirty="0"/>
              <a:t>8.   </a:t>
            </a:r>
            <a:r>
              <a:rPr lang="en-US" sz="2800" dirty="0" err="1"/>
              <a:t>Cultjobs</a:t>
            </a:r>
            <a:endParaRPr lang="en-US" sz="2800" dirty="0"/>
          </a:p>
          <a:p>
            <a:r>
              <a:rPr lang="en-US" sz="2800" dirty="0"/>
              <a:t>9.   </a:t>
            </a:r>
            <a:r>
              <a:rPr lang="en-US" sz="2800" dirty="0" err="1"/>
              <a:t>Grabjob</a:t>
            </a:r>
            <a:r>
              <a:rPr lang="en-US" sz="2800" dirty="0"/>
              <a:t> </a:t>
            </a:r>
          </a:p>
          <a:p>
            <a:r>
              <a:rPr lang="en-US" sz="2800" dirty="0"/>
              <a:t>10. LinkedIn </a:t>
            </a:r>
          </a:p>
          <a:p>
            <a:r>
              <a:rPr lang="en-US" sz="2800" dirty="0"/>
              <a:t>11. Fast Job</a:t>
            </a:r>
          </a:p>
          <a:p>
            <a:r>
              <a:rPr lang="en-US" sz="2800" dirty="0"/>
              <a:t>12. Monster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98256D-695B-C8AA-CFC3-C94DFA17D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522" y="0"/>
            <a:ext cx="835486" cy="54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3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359F107-0FFD-D3B8-BD80-506068D163A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007" r="6007"/>
          <a:stretch>
            <a:fillRect/>
          </a:stretch>
        </p:blipFill>
        <p:spPr>
          <a:xfrm>
            <a:off x="931097" y="1779941"/>
            <a:ext cx="2007312" cy="188437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C19D5F-CABA-8DD3-489C-6FEDBD995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449" y="299245"/>
            <a:ext cx="11275514" cy="92338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Websites Platforms for Thailand Jobs</a:t>
            </a:r>
            <a:endParaRPr lang="en-SG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88236FA-1205-1FF6-246A-E5C225405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5529" y="3181611"/>
            <a:ext cx="3333505" cy="349004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dirty="0" err="1"/>
              <a:t>Jobbkk</a:t>
            </a:r>
            <a:endParaRPr lang="en-SG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dirty="0" err="1"/>
              <a:t>Jobthai</a:t>
            </a:r>
            <a:endParaRPr lang="en-SG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dirty="0" err="1"/>
              <a:t>Jobsdb</a:t>
            </a:r>
            <a:endParaRPr lang="en-SG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dirty="0" err="1"/>
              <a:t>Linkedin</a:t>
            </a:r>
            <a:endParaRPr lang="en-SG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dirty="0"/>
              <a:t>Glassdoor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dirty="0"/>
              <a:t>Indeed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SG" dirty="0" err="1"/>
              <a:t>JobTopGun</a:t>
            </a:r>
            <a:endParaRPr lang="en-SG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SG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E7BFB2-D1BC-2720-1A00-3C67FA00B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657" y="1761904"/>
            <a:ext cx="2100743" cy="19024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2BA7E9-3785-FA51-F516-899CAB58D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98" y="3867412"/>
            <a:ext cx="2007312" cy="1773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9E10E2-63BE-2DAF-0437-D17EF3D68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657" y="3867412"/>
            <a:ext cx="2100743" cy="1773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D6AACD-B60E-3326-76B9-971BD22553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1946" y="1779941"/>
            <a:ext cx="2007312" cy="1805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21F293-3EB5-9C01-7EE8-839A25B2FF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1946" y="3867412"/>
            <a:ext cx="2100743" cy="1805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3696FE-AC2A-12AA-6416-2B9CDF3437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529" y="1750281"/>
            <a:ext cx="2371725" cy="129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09B38-19BF-EC6B-C523-FD1C0C443D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13574" y="0"/>
            <a:ext cx="810919" cy="70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6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3B37134-A5A3-6C2A-7658-7D3299322D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007" r="6007"/>
          <a:stretch>
            <a:fillRect/>
          </a:stretch>
        </p:blipFill>
        <p:spPr>
          <a:xfrm>
            <a:off x="865790" y="1513490"/>
            <a:ext cx="2529051" cy="18288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1129F49-998B-4B7E-305F-0A9770EDE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498" y="1"/>
            <a:ext cx="11687502" cy="1051033"/>
          </a:xfrm>
        </p:spPr>
        <p:txBody>
          <a:bodyPr>
            <a:normAutofit/>
          </a:bodyPr>
          <a:lstStyle/>
          <a:p>
            <a:r>
              <a:rPr lang="en-US" sz="4800" dirty="0"/>
              <a:t>Websites Platform for Hong Kong Jobs</a:t>
            </a:r>
            <a:endParaRPr lang="en-SG" sz="48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366C236-115B-F99C-308A-701C99361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514" y="3552496"/>
            <a:ext cx="4035644" cy="292362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err="1"/>
              <a:t>JobsDB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Indeed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err="1"/>
              <a:t>CTgoodjobs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Monster Hong Kong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err="1"/>
              <a:t>JobMarket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14CB7F-4905-3702-0331-BD1A41400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710" y="1513490"/>
            <a:ext cx="2713421" cy="1744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C95FE4-7CA8-CDFB-E9F7-4021FF53D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000" y="1534510"/>
            <a:ext cx="3331779" cy="17920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468FA3-315E-6B07-3FEF-F62732F4D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790" y="3689130"/>
            <a:ext cx="2529051" cy="20390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91E173-A28A-422C-CA2B-201CDD0F7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4710" y="3689130"/>
            <a:ext cx="2713421" cy="2039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73F189-CC44-AAB4-CBD7-A0FE035049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2830" y="0"/>
            <a:ext cx="1529170" cy="77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4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ECCBF5-899C-C81D-9D0F-1528FE695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845" y="287563"/>
            <a:ext cx="10341851" cy="976311"/>
          </a:xfrm>
        </p:spPr>
        <p:txBody>
          <a:bodyPr>
            <a:normAutofit/>
          </a:bodyPr>
          <a:lstStyle/>
          <a:p>
            <a:r>
              <a:rPr lang="en-US" sz="5400" dirty="0"/>
              <a:t>Websites Platform for Dubai Jobs</a:t>
            </a:r>
            <a:endParaRPr lang="en-SG" sz="54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9666C47-B13D-42CA-B536-3234B4405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3462" y="2814141"/>
            <a:ext cx="5013434" cy="4004442"/>
          </a:xfrm>
        </p:spPr>
        <p:txBody>
          <a:bodyPr/>
          <a:lstStyle/>
          <a:p>
            <a:pPr marL="285750" marR="0" indent="-51435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GulfTalent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 (</a:t>
            </a:r>
            <a:r>
              <a:rPr lang="en-US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www.gulftalent.com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)</a:t>
            </a:r>
          </a:p>
          <a:p>
            <a:pPr marL="285750" marR="0" indent="-51435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Naukri Gulf (</a:t>
            </a:r>
            <a:r>
              <a:rPr lang="en-US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www.naukrigulf.com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)</a:t>
            </a:r>
          </a:p>
          <a:p>
            <a:pPr marL="285750" marR="0" indent="-51435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LinkedIn (</a:t>
            </a:r>
            <a:r>
              <a:rPr lang="en-US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)</a:t>
            </a:r>
          </a:p>
          <a:p>
            <a:pPr marL="285750" marR="0" indent="-51435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Monster Gulf (</a:t>
            </a:r>
            <a:r>
              <a:rPr lang="en-US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www.monstergulf.com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)</a:t>
            </a:r>
          </a:p>
          <a:p>
            <a:pPr marL="285750" marR="0" indent="-51435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Dubizzle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 (</a:t>
            </a:r>
            <a:r>
              <a:rPr lang="en-US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www.dubizzle.com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)</a:t>
            </a:r>
          </a:p>
          <a:p>
            <a:pPr marL="285750" marR="0" indent="-51435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Indeed UAE (</a:t>
            </a:r>
            <a:r>
              <a:rPr lang="en-US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www.indeed.ae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Bayt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www.bayt.com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)</a:t>
            </a:r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797DC7-84A1-A673-4EB1-A0B47EBBC7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434" y="0"/>
            <a:ext cx="1082566" cy="6831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127845-D10C-D1F6-4121-9331F6E3D4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2024" y="1656209"/>
            <a:ext cx="2063968" cy="9763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507184-0E86-EC85-5BFC-769C6991B1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281" y="1662114"/>
            <a:ext cx="2743200" cy="976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775419-A1AD-3E45-58B9-FD29CB1DCF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4218" y="1662113"/>
            <a:ext cx="3005961" cy="9763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59A43E-A13A-E485-EF37-7161082BB53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8281" y="2993325"/>
            <a:ext cx="2743200" cy="16312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2BDFBD-A41B-0249-6C35-CF3F2FF074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7876" y="3005133"/>
            <a:ext cx="2636342" cy="16312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EF7D61-6F5E-F767-E145-1F2B5BF40C0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122" y="4939209"/>
            <a:ext cx="2765517" cy="16312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82830DE-DD6D-6657-33F8-1D4F6000BE3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62403" y="4933303"/>
            <a:ext cx="2611815" cy="163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15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768246-2496-4F97-8FCA-02252116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a teamwork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0F5C8F58-81B2-4162-9563-70C679CF8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7857" t="-6122" r="-17857" b="-6122"/>
          <a:stretch/>
        </p:blipFill>
        <p:spPr>
          <a:xfrm>
            <a:off x="876300" y="1739900"/>
            <a:ext cx="1689100" cy="1397000"/>
          </a:xfrm>
        </p:spPr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2AD0E03E-80ED-4CBF-B567-3E1EAB01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8293" t="-6483" r="-18293" b="-6483"/>
          <a:stretch/>
        </p:blipFill>
        <p:spPr>
          <a:xfrm>
            <a:off x="3829813" y="4263232"/>
            <a:ext cx="1689100" cy="1397000"/>
          </a:xfrm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F1E0AF3E-867C-4F0D-8325-9DC9A985B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6501" t="-5000" r="-16501" b="-5000"/>
          <a:stretch/>
        </p:blipFill>
        <p:spPr>
          <a:xfrm>
            <a:off x="6744524" y="1739900"/>
            <a:ext cx="1689100" cy="1397000"/>
          </a:xfrm>
        </p:spPr>
      </p:pic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43BC7054-E269-4210-98F5-65D485066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8293" t="-6483" r="-18293" b="-6483"/>
          <a:stretch/>
        </p:blipFill>
        <p:spPr>
          <a:xfrm>
            <a:off x="9659235" y="4263232"/>
            <a:ext cx="1689100" cy="13970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1B6E4D-6942-45C5-99A9-6B769E8902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Greetings</a:t>
            </a:r>
          </a:p>
          <a:p>
            <a:r>
              <a:rPr lang="en-US" dirty="0"/>
              <a:t>Share your Knowledge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269992-EA9D-41F6-85C3-B789218471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anchor="b"/>
          <a:lstStyle/>
          <a:p>
            <a:r>
              <a:rPr lang="en-US" dirty="0"/>
              <a:t>Believe yourself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FAA7E0-5467-48C2-A0A1-08FFCDD0AB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Take Meditation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CD0F95-69FE-4CD4-B47D-11711D3942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anchor="b"/>
          <a:lstStyle/>
          <a:p>
            <a:r>
              <a:rPr lang="en-US" dirty="0"/>
              <a:t>Finally get a job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B17F8-59B5-4C93-9884-D304462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D828C-CBFE-B408-54E0-162C741EDD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6676" y="0"/>
            <a:ext cx="1346210" cy="78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6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itle goes here" id="{A4715F0E-2373-46DF-8650-9CD6D2E73FF4}" vid="{7AE24D49-249C-4823-B15D-D301F3E633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775</TotalTime>
  <Words>152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Ready to Go to Singapore</vt:lpstr>
      <vt:lpstr>Websites Platforms for Singapore Jobs</vt:lpstr>
      <vt:lpstr> Websites Platforms for Singapore Jobs</vt:lpstr>
      <vt:lpstr> Websites Platforms for Thailand Jobs</vt:lpstr>
      <vt:lpstr>Websites Platform for Hong Kong Jobs</vt:lpstr>
      <vt:lpstr>Websites Platform for Dubai Jobs</vt:lpstr>
      <vt:lpstr>Made a teamwork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Ready to Go  Singapore</dc:title>
  <dc:creator>Tharaphe Aung</dc:creator>
  <cp:lastModifiedBy>Zin Mar Htwe</cp:lastModifiedBy>
  <cp:revision>19</cp:revision>
  <dcterms:created xsi:type="dcterms:W3CDTF">2022-06-19T15:39:00Z</dcterms:created>
  <dcterms:modified xsi:type="dcterms:W3CDTF">2024-02-20T07:14:19Z</dcterms:modified>
</cp:coreProperties>
</file>