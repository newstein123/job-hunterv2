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84" r:id="rId1"/>
  </p:sldMasterIdLst>
  <p:sldIdLst>
    <p:sldId id="256" r:id="rId2"/>
    <p:sldId id="257" r:id="rId3"/>
    <p:sldId id="258" r:id="rId4"/>
    <p:sldId id="262" r:id="rId5"/>
    <p:sldId id="263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510" autoAdjust="0"/>
  </p:normalViewPr>
  <p:slideViewPr>
    <p:cSldViewPr snapToGrid="0">
      <p:cViewPr varScale="1">
        <p:scale>
          <a:sx n="53" d="100"/>
          <a:sy n="53" d="100"/>
        </p:scale>
        <p:origin x="117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smtClean="0"/>
              <a:pPr/>
              <a:t>3/10/2024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315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3/10/2024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44140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34E6425-0181-43F2-84FC-787E803FD2F8}" type="datetimeFigureOut">
              <a:rPr lang="en-US" smtClean="0"/>
              <a:t>3/10/2024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99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3/10/2024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66435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3/10/2024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06243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3/10/2024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267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3/10/2024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61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3/10/2024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00616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3/10/2024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517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3/10/2024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70165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3/10/2024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31002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3/10/2024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86441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86" r:id="rId2"/>
    <p:sldLayoutId id="2147483887" r:id="rId3"/>
    <p:sldLayoutId id="2147483888" r:id="rId4"/>
    <p:sldLayoutId id="2147483889" r:id="rId5"/>
    <p:sldLayoutId id="2147483890" r:id="rId6"/>
    <p:sldLayoutId id="2147483891" r:id="rId7"/>
    <p:sldLayoutId id="2147483892" r:id="rId8"/>
    <p:sldLayoutId id="2147483893" r:id="rId9"/>
    <p:sldLayoutId id="2147483894" r:id="rId10"/>
    <p:sldLayoutId id="2147483895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groups/1447580601943751/" TargetMode="External"/><Relationship Id="rId3" Type="http://schemas.openxmlformats.org/officeDocument/2006/relationships/hyperlink" Target="https://www.facebook.com/groups/158966534775559/" TargetMode="External"/><Relationship Id="rId7" Type="http://schemas.openxmlformats.org/officeDocument/2006/relationships/hyperlink" Target="https://www.facebook.com/groups/1956861454529063/" TargetMode="External"/><Relationship Id="rId2" Type="http://schemas.openxmlformats.org/officeDocument/2006/relationships/hyperlink" Target="https://www.facebook.com/groups/508422099317196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acebook.com/groups/MyanmarRoomsRental/" TargetMode="External"/><Relationship Id="rId11" Type="http://schemas.openxmlformats.org/officeDocument/2006/relationships/image" Target="../media/image1.jpg"/><Relationship Id="rId5" Type="http://schemas.openxmlformats.org/officeDocument/2006/relationships/hyperlink" Target="https://www.facebook.com/groups/SaloneRoom/" TargetMode="External"/><Relationship Id="rId10" Type="http://schemas.openxmlformats.org/officeDocument/2006/relationships/hyperlink" Target="https://www.facebook.com/groups/609124975854265/" TargetMode="External"/><Relationship Id="rId4" Type="http://schemas.openxmlformats.org/officeDocument/2006/relationships/hyperlink" Target="https://www.facebook.com/groups/1853746928230844/" TargetMode="External"/><Relationship Id="rId9" Type="http://schemas.openxmlformats.org/officeDocument/2006/relationships/hyperlink" Target="https://www.facebook.com/groups/1902339726670417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v.hk/en/residents/" TargetMode="External"/><Relationship Id="rId7" Type="http://schemas.openxmlformats.org/officeDocument/2006/relationships/image" Target="../media/image1.jpg"/><Relationship Id="rId2" Type="http://schemas.openxmlformats.org/officeDocument/2006/relationships/hyperlink" Target="https://www.mom.gov.s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amer.ae/" TargetMode="External"/><Relationship Id="rId5" Type="http://schemas.openxmlformats.org/officeDocument/2006/relationships/hyperlink" Target="https://www.emirates.com/mm/english/before-you-fly/visa-passport-information/uae-visa-information/" TargetMode="External"/><Relationship Id="rId4" Type="http://schemas.openxmlformats.org/officeDocument/2006/relationships/hyperlink" Target="https://yangon.thaiembassy.org/en/index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cebook.com/share/v/SB5p5zNpASxpownb/?mibextid=TGkgF5" TargetMode="External"/><Relationship Id="rId2" Type="http://schemas.openxmlformats.org/officeDocument/2006/relationships/hyperlink" Target="https://www.facebook.com/share/v/gvcz4Ybq8XuKk387/?mibextid=TGkgF5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F60D1-6579-9148-FE55-772D59008B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3806" y="1020432"/>
            <a:ext cx="10993549" cy="1475013"/>
          </a:xfrm>
        </p:spPr>
        <p:txBody>
          <a:bodyPr>
            <a:normAutofit/>
          </a:bodyPr>
          <a:lstStyle/>
          <a:p>
            <a:r>
              <a:rPr lang="en-US" sz="6000" b="1" dirty="0"/>
              <a:t>ROAD TO DREAMLAND</a:t>
            </a:r>
            <a:endParaRPr lang="en-SG" sz="6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22A98-2E94-5EC7-FEA8-EC853EF94B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214" y="2495445"/>
            <a:ext cx="10993546" cy="590321"/>
          </a:xfrm>
        </p:spPr>
        <p:txBody>
          <a:bodyPr/>
          <a:lstStyle/>
          <a:p>
            <a:r>
              <a:rPr lang="en-US" b="1" dirty="0"/>
              <a:t>BY CAREER COACHING CENTER</a:t>
            </a:r>
            <a:endParaRPr lang="en-SG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F295DF-6017-6991-CC93-4328520EE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4939" y="554506"/>
            <a:ext cx="1156138" cy="7462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078BA1-6A63-06DB-8F33-65AB7B6FFBF9}"/>
              </a:ext>
            </a:extLst>
          </p:cNvPr>
          <p:cNvSpPr txBox="1"/>
          <p:nvPr/>
        </p:nvSpPr>
        <p:spPr>
          <a:xfrm>
            <a:off x="8043262" y="3948646"/>
            <a:ext cx="340250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10000"/>
                    <a:lumOff val="90000"/>
                  </a:schemeClr>
                </a:solidFill>
              </a:rPr>
              <a:t>SINGAPORE, THAILAND, </a:t>
            </a:r>
          </a:p>
          <a:p>
            <a:r>
              <a:rPr lang="en-US" sz="3200" dirty="0">
                <a:solidFill>
                  <a:schemeClr val="accent1">
                    <a:lumMod val="10000"/>
                    <a:lumOff val="90000"/>
                  </a:schemeClr>
                </a:solidFill>
              </a:rPr>
              <a:t>HONG KONG, UAE- DUBAI </a:t>
            </a:r>
            <a:endParaRPr lang="en-SG" sz="3200" dirty="0">
              <a:solidFill>
                <a:schemeClr val="accent1">
                  <a:lumMod val="10000"/>
                  <a:lumOff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040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0592E-A07C-C4B6-DBFE-507BCD796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ROAD TO DREAMLAND</a:t>
            </a:r>
            <a:endParaRPr lang="en-SG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BDA4D-1629-DA62-BF95-4CB15EB03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Document Preparation in Myanmar</a:t>
            </a:r>
          </a:p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Information Preparation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Preparation for Jobs</a:t>
            </a:r>
          </a:p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Knowledge for SG, THAI, HK, DUBAI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00286A-6A78-2D14-DC99-336CE1618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8317" y="0"/>
            <a:ext cx="593748" cy="43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683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B1DCC-8ED6-1531-55B0-3FADB9515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I. Document Preparation in Myanmar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BD102-502F-F878-5F96-D0A0CC716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590395"/>
            <a:ext cx="11029615" cy="3678303"/>
          </a:xfrm>
        </p:spPr>
        <p:txBody>
          <a:bodyPr/>
          <a:lstStyle/>
          <a:p>
            <a:r>
              <a:rPr lang="en-US" sz="2000" b="1" dirty="0"/>
              <a:t>NOTARY (Education Certificates, NRIC, Household List, Vaccination Record)</a:t>
            </a:r>
          </a:p>
          <a:p>
            <a:r>
              <a:rPr lang="en-US" sz="2000" b="1" dirty="0"/>
              <a:t>MOFA (Education Certificates, NRIC, Household List)</a:t>
            </a:r>
          </a:p>
          <a:p>
            <a:r>
              <a:rPr lang="en-US" sz="2000" b="1" dirty="0"/>
              <a:t>VACCINATION STATUS</a:t>
            </a:r>
          </a:p>
          <a:p>
            <a:r>
              <a:rPr lang="en-US" sz="2000" b="1" dirty="0"/>
              <a:t>Recommendation Letter (Hong Kong)</a:t>
            </a:r>
          </a:p>
          <a:p>
            <a:r>
              <a:rPr lang="en-US" sz="2000" b="1" dirty="0"/>
              <a:t>Marking Scheme, Grading, Transcripts (recommendation letter from The Principal)</a:t>
            </a:r>
          </a:p>
          <a:p>
            <a:r>
              <a:rPr lang="en-US" sz="2000" b="1" dirty="0"/>
              <a:t>Air Tickets</a:t>
            </a:r>
          </a:p>
          <a:p>
            <a:r>
              <a:rPr lang="en-US" sz="2000" b="1" dirty="0"/>
              <a:t>Accommodation</a:t>
            </a:r>
          </a:p>
          <a:p>
            <a:r>
              <a:rPr lang="en-US" sz="2000" b="1" dirty="0"/>
              <a:t>Arrival Card</a:t>
            </a:r>
          </a:p>
          <a:p>
            <a:endParaRPr lang="en-US" b="1" dirty="0"/>
          </a:p>
          <a:p>
            <a:endParaRPr lang="en-SG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A9362A-63D6-ABF3-3BEE-C27A8A662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1679" y="17150"/>
            <a:ext cx="740893" cy="44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612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8EBAB-DA61-282B-98CF-94D06F3F6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ACCOMODATION for Singapore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9D10F-A613-21CF-6EA8-E231B7C31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91313"/>
            <a:ext cx="11029615" cy="4188773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SG" sz="5600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yanmar Text" panose="020B0502040204020203" pitchFamily="34" charset="0"/>
              </a:rPr>
              <a:t> </a:t>
            </a:r>
          </a:p>
          <a:p>
            <a:pPr>
              <a:lnSpc>
                <a:spcPct val="12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SG" sz="7200" b="1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yanmar Text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https://www.facebook.com/groups/508422099317196/</a:t>
            </a:r>
            <a:endParaRPr lang="en-SG" sz="7200" b="1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  <a:p>
            <a:pPr>
              <a:lnSpc>
                <a:spcPct val="12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SG" sz="7200" b="1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yanmar Text" panose="020B05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https://www.facebook.com/groups/158966534775559/</a:t>
            </a:r>
            <a:endParaRPr lang="en-SG" sz="7200" b="1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  <a:p>
            <a:pPr>
              <a:lnSpc>
                <a:spcPct val="12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SG" sz="7200" b="1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yanmar Text" panose="020B05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https://www.facebook.com/groups/1853746928230844/</a:t>
            </a:r>
            <a:endParaRPr lang="en-SG" sz="7200" b="1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  <a:p>
            <a:pPr>
              <a:lnSpc>
                <a:spcPct val="12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SG" sz="7200" b="1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yanmar Text" panose="020B0502040204020203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https://www.facebook.com/groups/SaloneRoom/</a:t>
            </a:r>
            <a:endParaRPr lang="en-SG" sz="7200" b="1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  <a:p>
            <a:pPr>
              <a:lnSpc>
                <a:spcPct val="12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SG" sz="7200" b="1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yanmar Text" panose="020B0502040204020203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https://www.facebook.com/groups/MyanmarRoomsRental/</a:t>
            </a:r>
            <a:endParaRPr lang="en-SG" sz="7200" b="1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  <a:p>
            <a:pPr>
              <a:lnSpc>
                <a:spcPct val="12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SG" sz="7200" b="1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yanmar Text" panose="020B0502040204020203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https://www.facebook.com/groups/1956861454529063/</a:t>
            </a:r>
            <a:endParaRPr lang="en-SG" sz="7200" b="1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  <a:p>
            <a:pPr>
              <a:lnSpc>
                <a:spcPct val="12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SG" sz="7200" b="1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yanmar Text" panose="020B0502040204020203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https://www.facebook.com/groups/1447580601943751/</a:t>
            </a:r>
            <a:endParaRPr lang="en-SG" sz="7200" b="1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  <a:p>
            <a:pPr>
              <a:lnSpc>
                <a:spcPct val="12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SG" sz="7200" b="1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yanmar Text" panose="020B0502040204020203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https://www.facebook.com/groups/1902339726670417/</a:t>
            </a:r>
            <a:endParaRPr lang="en-SG" sz="7200" b="1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  <a:p>
            <a:pPr>
              <a:lnSpc>
                <a:spcPct val="12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SG" sz="7200" b="1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yanmar Text" panose="020B0502040204020203" pitchFamily="34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https://www.facebook.com/groups/609124975854265/</a:t>
            </a:r>
            <a:endParaRPr lang="en-SG" sz="7200" b="1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  <a:p>
            <a:pPr marL="0" indent="0">
              <a:buNone/>
            </a:pPr>
            <a:endParaRPr lang="en-SG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FAFC1B-8DB5-9324-0E06-F3B7EEB973C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88109" y="-31530"/>
            <a:ext cx="835486" cy="42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40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E5CB4-8A2F-753F-5882-C41B6681C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II.  INFORMATION PREPARATION</a:t>
            </a:r>
            <a:endParaRPr lang="en-SG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2B059-DA6B-DBF7-F34C-C97307B65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800" b="1" dirty="0"/>
              <a:t>Work Pass &amp; MOM Laws (</a:t>
            </a:r>
            <a:r>
              <a:rPr lang="en-US" sz="1800" b="1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https://www.mom.gov.sg/</a:t>
            </a:r>
            <a:r>
              <a:rPr lang="en-US" sz="1800" b="1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HK SAR (</a:t>
            </a:r>
            <a:r>
              <a:rPr lang="en-US" sz="1800" b="1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https://www.gov.hk/en/residents/</a:t>
            </a:r>
            <a:r>
              <a:rPr lang="en-US" sz="1800" b="1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Thai Visa (</a:t>
            </a:r>
            <a:r>
              <a:rPr lang="en-US" sz="1800" b="1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https://yangon.thaiembassy.org/en/index</a:t>
            </a:r>
            <a:r>
              <a:rPr lang="en-US" sz="1800" b="1" dirty="0"/>
              <a:t>)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Dubai Visa (</a:t>
            </a:r>
            <a:r>
              <a:rPr lang="en-US" sz="1800" b="1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https://www.emirates.com/mm/english/before-you-fly/visa-passport-information/uae-visa-information/</a:t>
            </a:r>
            <a:r>
              <a:rPr lang="en-SG" sz="1800" b="1"/>
              <a:t>) http://www.amer.ae (</a:t>
            </a:r>
            <a:r>
              <a:rPr lang="en-SG" sz="1800" b="1">
                <a:hlinkClick r:id="rId6"/>
              </a:rPr>
              <a:t>http://www.amer.ae/</a:t>
            </a:r>
            <a:r>
              <a:rPr lang="en-SG" sz="1800" b="1"/>
              <a:t>)</a:t>
            </a:r>
          </a:p>
          <a:p>
            <a:pPr>
              <a:lnSpc>
                <a:spcPct val="150000"/>
              </a:lnSpc>
            </a:pPr>
            <a:endParaRPr lang="en-SG" sz="1800" b="1" dirty="0"/>
          </a:p>
          <a:p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17ED02-829C-2D9C-0D56-99C5BF0060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93214" y="0"/>
            <a:ext cx="698851" cy="409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884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07DE5-2E5F-03E2-8ABD-A6AACFBFE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iii.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Preparation for Jobs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E751E-5E9C-21A9-7D25-DFA3D6CDC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507835"/>
            <a:ext cx="11029615" cy="3678303"/>
          </a:xfrm>
        </p:spPr>
        <p:txBody>
          <a:bodyPr>
            <a:normAutofit/>
          </a:bodyPr>
          <a:lstStyle/>
          <a:p>
            <a:r>
              <a:rPr lang="en-US" sz="2400" b="1" dirty="0"/>
              <a:t>Resume &amp; Cover Letter</a:t>
            </a:r>
          </a:p>
          <a:p>
            <a:r>
              <a:rPr lang="en-US" sz="2400" b="1" dirty="0"/>
              <a:t>Job Hunting Process</a:t>
            </a:r>
          </a:p>
          <a:p>
            <a:r>
              <a:rPr lang="en-US" sz="2400" b="1" dirty="0"/>
              <a:t>Interview Practice</a:t>
            </a:r>
          </a:p>
          <a:p>
            <a:r>
              <a:rPr lang="en-US" sz="2400" b="1" dirty="0"/>
              <a:t>Evaluation Process by yourself</a:t>
            </a:r>
            <a:endParaRPr lang="en-SG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83603F-1826-1B70-89AD-C777EA017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3723" y="21020"/>
            <a:ext cx="709362" cy="409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428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C2B38-8E00-ABD1-5A2A-DB2969F7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iv. 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Knowledge for SG, THAI, HK, DUBAI</a:t>
            </a:r>
            <a:endParaRPr lang="en-SG" dirty="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51807049-1E57-9BDA-080D-F2F8B8AD6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sz="2800" dirty="0">
                <a:hlinkClick r:id="rId2"/>
              </a:rPr>
              <a:t>https://www.facebook.com/share/v/gvcz4Ybq8XuKk387/?mibextid=TGkgF5</a:t>
            </a:r>
            <a:endParaRPr lang="en-SG" sz="2800" dirty="0"/>
          </a:p>
          <a:p>
            <a:r>
              <a:rPr lang="en-SG" sz="2800" dirty="0">
                <a:hlinkClick r:id="rId3"/>
              </a:rPr>
              <a:t>https://www.facebook.com/share/v/SB5p5zNpASxpownb/?mibextid=TGkgF5</a:t>
            </a:r>
            <a:endParaRPr lang="en-SG" sz="2800" dirty="0"/>
          </a:p>
          <a:p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1014560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EA2B3D9-5B44-054A-D0B2-E46932E12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5283316"/>
            <a:ext cx="7942693" cy="689514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accent1">
                    <a:lumMod val="10000"/>
                    <a:lumOff val="90000"/>
                  </a:schemeClr>
                </a:solidFill>
              </a:rPr>
              <a:t>THANK YOU FOR JOINING US!</a:t>
            </a:r>
            <a:endParaRPr lang="en-SG" sz="4000" dirty="0">
              <a:solidFill>
                <a:schemeClr val="accent1">
                  <a:lumMod val="10000"/>
                  <a:lumOff val="90000"/>
                </a:schemeClr>
              </a:solidFill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CDF31C9-0143-9947-3EF6-8D7345F058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23885" y="5579690"/>
            <a:ext cx="1235377" cy="689515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4E08A61-FF96-3456-6474-04D18E7E2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90841" y="5808835"/>
            <a:ext cx="2119969" cy="689515"/>
          </a:xfrm>
        </p:spPr>
        <p:txBody>
          <a:bodyPr>
            <a:normAutofit/>
          </a:bodyPr>
          <a:lstStyle/>
          <a:p>
            <a:r>
              <a:rPr lang="en-US" sz="1600" dirty="0"/>
              <a:t>SHARING BY CCC</a:t>
            </a:r>
            <a:endParaRPr lang="en-SG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147CBD-E4F0-5E12-FB65-811F8F6CA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5669" y="735723"/>
            <a:ext cx="3731171" cy="42512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E9A8F73-ED52-EC91-ED1D-096DF63A7E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74" y="735722"/>
            <a:ext cx="3649060" cy="425121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3BBEE9F-29B6-5406-A6CF-D84465CFB0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69" y="735722"/>
            <a:ext cx="3649058" cy="425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48288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2083</TotalTime>
  <Words>367</Words>
  <Application>Microsoft Office PowerPoint</Application>
  <PresentationFormat>Widescreen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Gill Sans MT</vt:lpstr>
      <vt:lpstr>Wingdings</vt:lpstr>
      <vt:lpstr>Wingdings 2</vt:lpstr>
      <vt:lpstr>Dividend</vt:lpstr>
      <vt:lpstr>ROAD TO DREAMLAND</vt:lpstr>
      <vt:lpstr>ROAD TO DREAMLAND</vt:lpstr>
      <vt:lpstr>   I. Document Preparation in Myanmar</vt:lpstr>
      <vt:lpstr>ACCOMODATION for Singapore</vt:lpstr>
      <vt:lpstr>II.  INFORMATION PREPARATION</vt:lpstr>
      <vt:lpstr>iii. Preparation for Jobs</vt:lpstr>
      <vt:lpstr>iv.  Knowledge for SG, THAI, HK, DUBAI</vt:lpstr>
      <vt:lpstr>THANK YOU FOR JOINING US!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 TO DREAMLAND</dc:title>
  <dc:creator>Zin Mar Htwe</dc:creator>
  <cp:lastModifiedBy>Zin Mar Htwe</cp:lastModifiedBy>
  <cp:revision>8</cp:revision>
  <dcterms:created xsi:type="dcterms:W3CDTF">2024-02-22T09:01:43Z</dcterms:created>
  <dcterms:modified xsi:type="dcterms:W3CDTF">2024-03-10T03:29:21Z</dcterms:modified>
</cp:coreProperties>
</file>