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1" d="100"/>
          <a:sy n="61" d="100"/>
        </p:scale>
        <p:origin x="8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67188"/>
            <a:ext cx="342511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Career Coaching Center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038C8D0-BC78-0A3D-0BDB-0B74EA7A6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634D0-F72A-0CF6-A431-EC0D4F339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" y="0"/>
            <a:ext cx="12188726" cy="711684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677BD7C-DE52-06EB-0772-0C0EE23E79DD}"/>
              </a:ext>
            </a:extLst>
          </p:cNvPr>
          <p:cNvSpPr txBox="1">
            <a:spLocks/>
          </p:cNvSpPr>
          <p:nvPr/>
        </p:nvSpPr>
        <p:spPr>
          <a:xfrm>
            <a:off x="1357164" y="1188229"/>
            <a:ext cx="4098738" cy="7741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800" b="1" dirty="0"/>
              <a:t>YGN, MDY, SG,THAI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AE944-5EA5-C044-338A-65465542387E}"/>
              </a:ext>
            </a:extLst>
          </p:cNvPr>
          <p:cNvSpPr txBox="1"/>
          <p:nvPr/>
        </p:nvSpPr>
        <p:spPr>
          <a:xfrm>
            <a:off x="165036" y="265884"/>
            <a:ext cx="10581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Coaching </a:t>
            </a:r>
            <a:r>
              <a:rPr lang="en-SG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en-SG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5EED0-4552-FC19-9188-456AF56986AA}"/>
              </a:ext>
            </a:extLst>
          </p:cNvPr>
          <p:cNvSpPr txBox="1"/>
          <p:nvPr/>
        </p:nvSpPr>
        <p:spPr>
          <a:xfrm>
            <a:off x="6719299" y="5798403"/>
            <a:ext cx="5332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“It is not the mountain we conquer but ourselves.”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Content Placeholder 49">
            <a:extLst>
              <a:ext uri="{FF2B5EF4-FFF2-40B4-BE49-F238E27FC236}">
                <a16:creationId xmlns:a16="http://schemas.microsoft.com/office/drawing/2014/main" id="{AC09822A-1050-E996-DA9C-2A3A91990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572"/>
            <a:ext cx="12192000" cy="6264166"/>
          </a:xfrm>
        </p:spPr>
      </p:pic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697E-915D-46C7-32C4-6077B9CE112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 anchor="ctr"/>
          <a:lstStyle/>
          <a:p>
            <a:r>
              <a:rPr lang="en-SG" dirty="0"/>
              <a:t>Agenda </a:t>
            </a:r>
            <a:r>
              <a:rPr lang="en-SG"/>
              <a:t>for 5 Days </a:t>
            </a:r>
            <a:r>
              <a:rPr lang="en-SG" dirty="0"/>
              <a:t>Lecture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DDF084-4799-62A4-C799-776DE748E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2"/>
            <a:ext cx="10450873" cy="3273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Day 1  </a:t>
            </a:r>
            <a:r>
              <a:rPr lang="en-SG" dirty="0"/>
              <a:t>: Resume and Cover Letter Edition</a:t>
            </a:r>
          </a:p>
          <a:p>
            <a:pPr marL="0" indent="0">
              <a:buNone/>
            </a:pPr>
            <a:r>
              <a:rPr lang="en-SG" b="1" dirty="0"/>
              <a:t>Day 2  </a:t>
            </a:r>
            <a:r>
              <a:rPr lang="en-SG" dirty="0"/>
              <a:t>: Introducing Websites Platforms and </a:t>
            </a:r>
          </a:p>
          <a:p>
            <a:pPr marL="0" indent="0">
              <a:buNone/>
            </a:pPr>
            <a:r>
              <a:rPr lang="en-SG" b="1" dirty="0"/>
              <a:t>Day 3  </a:t>
            </a:r>
            <a:r>
              <a:rPr lang="en-SG" dirty="0"/>
              <a:t>: Job Hunting Skill</a:t>
            </a:r>
          </a:p>
          <a:p>
            <a:pPr marL="0" indent="0">
              <a:buNone/>
            </a:pPr>
            <a:r>
              <a:rPr lang="en-SG" b="1" dirty="0"/>
              <a:t>Day 4  </a:t>
            </a:r>
            <a:r>
              <a:rPr lang="en-SG" dirty="0"/>
              <a:t>; How to send emails correctly, How to reply emails &amp; which online applications are prepared</a:t>
            </a:r>
          </a:p>
          <a:p>
            <a:pPr marL="0" indent="0">
              <a:buNone/>
            </a:pPr>
            <a:r>
              <a:rPr lang="en-SG" b="1" dirty="0"/>
              <a:t>Day 5  </a:t>
            </a:r>
            <a:r>
              <a:rPr lang="en-SG" dirty="0"/>
              <a:t>: How to fill Application Form and S Pass Form, and SAT Check &amp; Status Check &amp; Sharing     	Knowledge about Singapore and Testing exam how much you absorb during 5 days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325A1-7697-4289-49D5-F02F0558D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415" y="286603"/>
            <a:ext cx="997345" cy="70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6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1CD1-A930-AEB2-3012-E6ADA1F3264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 anchor="ctr"/>
          <a:lstStyle/>
          <a:p>
            <a:r>
              <a:rPr lang="en-SG" dirty="0"/>
              <a:t>Thank you for joining with us!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B880366-71C0-4315-E3D6-AB4205F96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580" y="2108199"/>
            <a:ext cx="4977890" cy="4046019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1B757A-F541-FE93-DD60-8861AB0FE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33" y="2108200"/>
            <a:ext cx="3333905" cy="40460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CAE900-8A32-B015-0041-1B7F7B2F0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212" y="1909423"/>
            <a:ext cx="3411021" cy="4244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BBDDB2-34EB-D553-45D0-74314F9E6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904" y="299340"/>
            <a:ext cx="997346" cy="70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1912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{E7C9A1FF-0A9B-4F91-BA9A-B10A192303DC}tf22712842_win32</Template>
  <TotalTime>499</TotalTime>
  <Words>111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Bookman Old Style</vt:lpstr>
      <vt:lpstr>Calibri</vt:lpstr>
      <vt:lpstr>Franklin Gothic Book</vt:lpstr>
      <vt:lpstr>Times New Roman</vt:lpstr>
      <vt:lpstr>1_RetrospectVTI</vt:lpstr>
      <vt:lpstr>Career Coaching Center</vt:lpstr>
      <vt:lpstr>PowerPoint Presentation</vt:lpstr>
      <vt:lpstr>Agenda for 5 Days Lecture</vt:lpstr>
      <vt:lpstr>Thank you for joining with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Coaching Center</dc:title>
  <dc:creator>Nay Zaw Aung</dc:creator>
  <cp:lastModifiedBy>Zin Mar Htwe</cp:lastModifiedBy>
  <cp:revision>13</cp:revision>
  <dcterms:created xsi:type="dcterms:W3CDTF">2022-12-14T13:11:18Z</dcterms:created>
  <dcterms:modified xsi:type="dcterms:W3CDTF">2024-02-20T07:37:51Z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