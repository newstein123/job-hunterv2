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3.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6" r:id="rId4"/>
    <p:sldMasterId id="2147483706" r:id="rId5"/>
    <p:sldMasterId id="2147483712" r:id="rId6"/>
    <p:sldMasterId id="2147483724" r:id="rId7"/>
  </p:sldMasterIdLst>
  <p:notesMasterIdLst>
    <p:notesMasterId r:id="rId27"/>
  </p:notesMasterIdLst>
  <p:handoutMasterIdLst>
    <p:handoutMasterId r:id="rId28"/>
  </p:handoutMasterIdLst>
  <p:sldIdLst>
    <p:sldId id="446" r:id="rId8"/>
    <p:sldId id="447" r:id="rId9"/>
    <p:sldId id="427" r:id="rId10"/>
    <p:sldId id="449" r:id="rId11"/>
    <p:sldId id="434" r:id="rId12"/>
    <p:sldId id="459" r:id="rId13"/>
    <p:sldId id="433" r:id="rId14"/>
    <p:sldId id="452" r:id="rId15"/>
    <p:sldId id="453" r:id="rId16"/>
    <p:sldId id="456" r:id="rId17"/>
    <p:sldId id="458" r:id="rId18"/>
    <p:sldId id="454" r:id="rId19"/>
    <p:sldId id="455" r:id="rId20"/>
    <p:sldId id="457" r:id="rId21"/>
    <p:sldId id="426" r:id="rId22"/>
    <p:sldId id="460" r:id="rId23"/>
    <p:sldId id="461" r:id="rId24"/>
    <p:sldId id="462" r:id="rId25"/>
    <p:sldId id="45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672" userDrawn="1">
          <p15:clr>
            <a:srgbClr val="A4A3A4"/>
          </p15:clr>
        </p15:guide>
        <p15:guide id="2" pos="288" userDrawn="1">
          <p15:clr>
            <a:srgbClr val="F26B43"/>
          </p15:clr>
        </p15:guide>
        <p15:guide id="3" orient="horz" pos="4056" userDrawn="1">
          <p15:clr>
            <a:srgbClr val="F26B43"/>
          </p15:clr>
        </p15:guide>
        <p15:guide id="4" orient="horz" pos="1488" userDrawn="1">
          <p15:clr>
            <a:srgbClr val="A4A3A4"/>
          </p15:clr>
        </p15:guide>
        <p15:guide id="5" pos="3816" userDrawn="1">
          <p15:clr>
            <a:srgbClr val="A4A3A4"/>
          </p15:clr>
        </p15:guide>
        <p15:guide id="6" pos="7416" userDrawn="1">
          <p15:clr>
            <a:srgbClr val="F26B43"/>
          </p15:clr>
        </p15:guide>
        <p15:guide id="7" orient="horz" pos="312" userDrawn="1">
          <p15:clr>
            <a:srgbClr val="F26B43"/>
          </p15:clr>
        </p15:guide>
        <p15:guide id="8" orient="horz" pos="2160" userDrawn="1">
          <p15:clr>
            <a:srgbClr val="A4A3A4"/>
          </p15:clr>
        </p15:guide>
        <p15:guide id="9" orient="horz" pos="2304"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5078"/>
    <a:srgbClr val="BBBBBB"/>
    <a:srgbClr val="85A0A9"/>
    <a:srgbClr val="E288B6"/>
    <a:srgbClr val="8C5896"/>
    <a:srgbClr val="7C6560"/>
    <a:srgbClr val="29282D"/>
    <a:srgbClr val="B38F6A"/>
    <a:srgbClr val="6667AB"/>
    <a:srgbClr val="B9B9B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1020" autoAdjust="0"/>
  </p:normalViewPr>
  <p:slideViewPr>
    <p:cSldViewPr snapToGrid="0">
      <p:cViewPr varScale="1">
        <p:scale>
          <a:sx n="56" d="100"/>
          <a:sy n="56" d="100"/>
        </p:scale>
        <p:origin x="1068" y="44"/>
      </p:cViewPr>
      <p:guideLst>
        <p:guide orient="horz" pos="3672"/>
        <p:guide pos="288"/>
        <p:guide orient="horz" pos="4056"/>
        <p:guide orient="horz" pos="1488"/>
        <p:guide pos="3816"/>
        <p:guide pos="7416"/>
        <p:guide orient="horz" pos="312"/>
        <p:guide orient="horz" pos="2160"/>
        <p:guide orient="horz" pos="2304"/>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2640" y="-6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 Type="http://schemas.openxmlformats.org/officeDocument/2006/relationships/customXml" Target="../customXml/item3.xml"/><Relationship Id="rId21" Type="http://schemas.openxmlformats.org/officeDocument/2006/relationships/slide" Target="slides/slide14.xml"/><Relationship Id="rId34" Type="http://schemas.microsoft.com/office/2018/10/relationships/authors" Target="authors.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handoutMaster" Target="handoutMasters/handoutMaster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y Zaw Aung" userId="c9e76e9a219538ca" providerId="LiveId" clId="{F342F65B-7A83-4B99-B00F-B92BF9B07391}"/>
    <pc:docChg chg="undo custSel addSld modSld">
      <pc:chgData name="Nay Zaw Aung" userId="c9e76e9a219538ca" providerId="LiveId" clId="{F342F65B-7A83-4B99-B00F-B92BF9B07391}" dt="2022-12-03T15:17:31.477" v="111" actId="207"/>
      <pc:docMkLst>
        <pc:docMk/>
      </pc:docMkLst>
      <pc:sldChg chg="modSp">
        <pc:chgData name="Nay Zaw Aung" userId="c9e76e9a219538ca" providerId="LiveId" clId="{F342F65B-7A83-4B99-B00F-B92BF9B07391}" dt="2022-12-03T15:02:58.493" v="19" actId="20577"/>
        <pc:sldMkLst>
          <pc:docMk/>
          <pc:sldMk cId="1558315191" sldId="446"/>
        </pc:sldMkLst>
        <pc:spChg chg="mod">
          <ac:chgData name="Nay Zaw Aung" userId="c9e76e9a219538ca" providerId="LiveId" clId="{F342F65B-7A83-4B99-B00F-B92BF9B07391}" dt="2022-12-03T15:02:58.493" v="19" actId="20577"/>
          <ac:spMkLst>
            <pc:docMk/>
            <pc:sldMk cId="1558315191" sldId="446"/>
            <ac:spMk id="5" creationId="{C83BBF8A-7B92-9BE2-69FA-0CEF641DEC19}"/>
          </ac:spMkLst>
        </pc:spChg>
      </pc:sldChg>
      <pc:sldChg chg="modSp mod">
        <pc:chgData name="Nay Zaw Aung" userId="c9e76e9a219538ca" providerId="LiveId" clId="{F342F65B-7A83-4B99-B00F-B92BF9B07391}" dt="2022-12-03T15:03:29.543" v="24" actId="1037"/>
        <pc:sldMkLst>
          <pc:docMk/>
          <pc:sldMk cId="2396633011" sldId="455"/>
        </pc:sldMkLst>
        <pc:spChg chg="mod">
          <ac:chgData name="Nay Zaw Aung" userId="c9e76e9a219538ca" providerId="LiveId" clId="{F342F65B-7A83-4B99-B00F-B92BF9B07391}" dt="2022-12-03T15:03:29.543" v="24" actId="1037"/>
          <ac:spMkLst>
            <pc:docMk/>
            <pc:sldMk cId="2396633011" sldId="455"/>
            <ac:spMk id="2" creationId="{7E2074BA-6A24-ECFD-563C-A93148F24CFB}"/>
          </ac:spMkLst>
        </pc:spChg>
      </pc:sldChg>
      <pc:sldChg chg="modSp mod">
        <pc:chgData name="Nay Zaw Aung" userId="c9e76e9a219538ca" providerId="LiveId" clId="{F342F65B-7A83-4B99-B00F-B92BF9B07391}" dt="2022-12-03T15:14:13.247" v="107" actId="207"/>
        <pc:sldMkLst>
          <pc:docMk/>
          <pc:sldMk cId="4056278788" sldId="460"/>
        </pc:sldMkLst>
        <pc:spChg chg="mod">
          <ac:chgData name="Nay Zaw Aung" userId="c9e76e9a219538ca" providerId="LiveId" clId="{F342F65B-7A83-4B99-B00F-B92BF9B07391}" dt="2022-12-03T15:14:13.247" v="107" actId="207"/>
          <ac:spMkLst>
            <pc:docMk/>
            <pc:sldMk cId="4056278788" sldId="460"/>
            <ac:spMk id="2" creationId="{34440919-0B53-17B4-8C98-C42BE363061F}"/>
          </ac:spMkLst>
        </pc:spChg>
        <pc:spChg chg="mod">
          <ac:chgData name="Nay Zaw Aung" userId="c9e76e9a219538ca" providerId="LiveId" clId="{F342F65B-7A83-4B99-B00F-B92BF9B07391}" dt="2022-12-03T15:13:45.430" v="104" actId="207"/>
          <ac:spMkLst>
            <pc:docMk/>
            <pc:sldMk cId="4056278788" sldId="460"/>
            <ac:spMk id="3" creationId="{97C539C7-0B65-599F-D61B-7E8B7FC30305}"/>
          </ac:spMkLst>
        </pc:spChg>
        <pc:picChg chg="mod">
          <ac:chgData name="Nay Zaw Aung" userId="c9e76e9a219538ca" providerId="LiveId" clId="{F342F65B-7A83-4B99-B00F-B92BF9B07391}" dt="2022-12-03T15:13:46.176" v="105" actId="1076"/>
          <ac:picMkLst>
            <pc:docMk/>
            <pc:sldMk cId="4056278788" sldId="460"/>
            <ac:picMk id="6" creationId="{4B692EAE-A38A-2A78-57C3-9E2529FCD362}"/>
          </ac:picMkLst>
        </pc:picChg>
      </pc:sldChg>
      <pc:sldChg chg="addSp delSp modSp new mod">
        <pc:chgData name="Nay Zaw Aung" userId="c9e76e9a219538ca" providerId="LiveId" clId="{F342F65B-7A83-4B99-B00F-B92BF9B07391}" dt="2022-12-03T15:10:50.122" v="41" actId="14100"/>
        <pc:sldMkLst>
          <pc:docMk/>
          <pc:sldMk cId="872656549" sldId="461"/>
        </pc:sldMkLst>
        <pc:spChg chg="add del mod">
          <ac:chgData name="Nay Zaw Aung" userId="c9e76e9a219538ca" providerId="LiveId" clId="{F342F65B-7A83-4B99-B00F-B92BF9B07391}" dt="2022-12-03T15:08:43.563" v="33" actId="1076"/>
          <ac:spMkLst>
            <pc:docMk/>
            <pc:sldMk cId="872656549" sldId="461"/>
            <ac:spMk id="3" creationId="{E0D7954D-B89F-819B-6447-0CA4A14A69E6}"/>
          </ac:spMkLst>
        </pc:spChg>
        <pc:spChg chg="del">
          <ac:chgData name="Nay Zaw Aung" userId="c9e76e9a219538ca" providerId="LiveId" clId="{F342F65B-7A83-4B99-B00F-B92BF9B07391}" dt="2022-12-03T15:09:02.718" v="37" actId="478"/>
          <ac:spMkLst>
            <pc:docMk/>
            <pc:sldMk cId="872656549" sldId="461"/>
            <ac:spMk id="4" creationId="{62C4EA00-081B-2787-1CE0-9B2C117F303F}"/>
          </ac:spMkLst>
        </pc:spChg>
        <pc:picChg chg="add del mod">
          <ac:chgData name="Nay Zaw Aung" userId="c9e76e9a219538ca" providerId="LiveId" clId="{F342F65B-7A83-4B99-B00F-B92BF9B07391}" dt="2022-12-03T15:10:50.122" v="41" actId="14100"/>
          <ac:picMkLst>
            <pc:docMk/>
            <pc:sldMk cId="872656549" sldId="461"/>
            <ac:picMk id="1026" creationId="{C2A8D78E-D762-D796-772D-41600E73230C}"/>
          </ac:picMkLst>
        </pc:picChg>
      </pc:sldChg>
      <pc:sldChg chg="addSp delSp modSp new mod">
        <pc:chgData name="Nay Zaw Aung" userId="c9e76e9a219538ca" providerId="LiveId" clId="{F342F65B-7A83-4B99-B00F-B92BF9B07391}" dt="2022-12-03T15:17:31.477" v="111" actId="207"/>
        <pc:sldMkLst>
          <pc:docMk/>
          <pc:sldMk cId="2350664098" sldId="462"/>
        </pc:sldMkLst>
        <pc:spChg chg="add del mod">
          <ac:chgData name="Nay Zaw Aung" userId="c9e76e9a219538ca" providerId="LiveId" clId="{F342F65B-7A83-4B99-B00F-B92BF9B07391}" dt="2022-12-03T15:17:31.477" v="111" actId="207"/>
          <ac:spMkLst>
            <pc:docMk/>
            <pc:sldMk cId="2350664098" sldId="462"/>
            <ac:spMk id="2" creationId="{6AB29CF8-C1B3-5763-BAD2-7AAE363282E2}"/>
          </ac:spMkLst>
        </pc:spChg>
        <pc:spChg chg="mod">
          <ac:chgData name="Nay Zaw Aung" userId="c9e76e9a219538ca" providerId="LiveId" clId="{F342F65B-7A83-4B99-B00F-B92BF9B07391}" dt="2022-12-03T15:13:23.680" v="91"/>
          <ac:spMkLst>
            <pc:docMk/>
            <pc:sldMk cId="2350664098" sldId="462"/>
            <ac:spMk id="3" creationId="{E4BACFE3-0734-1956-F006-E1A215DD1206}"/>
          </ac:spMkLst>
        </pc:spChg>
        <pc:spChg chg="del">
          <ac:chgData name="Nay Zaw Aung" userId="c9e76e9a219538ca" providerId="LiveId" clId="{F342F65B-7A83-4B99-B00F-B92BF9B07391}" dt="2022-12-03T15:13:06.653" v="57" actId="478"/>
          <ac:spMkLst>
            <pc:docMk/>
            <pc:sldMk cId="2350664098" sldId="462"/>
            <ac:spMk id="4" creationId="{BB055B36-740F-12DB-2B23-26BACFF634BB}"/>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B3440B4-626E-4F3C-BAEA-93BE989AF4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53A5570-8E4E-4AA9-B246-5A27A383B99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54A69E4-EFBB-4687-8058-A94EE1B5781B}" type="datetimeFigureOut">
              <a:rPr lang="en-US" smtClean="0"/>
              <a:t>12/18/2023</a:t>
            </a:fld>
            <a:endParaRPr lang="en-US" dirty="0"/>
          </a:p>
        </p:txBody>
      </p:sp>
      <p:sp>
        <p:nvSpPr>
          <p:cNvPr id="4" name="Footer Placeholder 3">
            <a:extLst>
              <a:ext uri="{FF2B5EF4-FFF2-40B4-BE49-F238E27FC236}">
                <a16:creationId xmlns:a16="http://schemas.microsoft.com/office/drawing/2014/main" id="{D50D364A-9468-466A-ACCD-ABB3762BE8B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E9EF394-4AD6-48D1-9C4C-1B3D44BBF58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2004FE7-BA7C-4FF4-9756-C6A1F2BCA37F}" type="slidenum">
              <a:rPr lang="en-US" smtClean="0"/>
              <a:t>‹#›</a:t>
            </a:fld>
            <a:endParaRPr lang="en-US" dirty="0"/>
          </a:p>
        </p:txBody>
      </p:sp>
    </p:spTree>
    <p:extLst>
      <p:ext uri="{BB962C8B-B14F-4D97-AF65-F5344CB8AC3E}">
        <p14:creationId xmlns:p14="http://schemas.microsoft.com/office/powerpoint/2010/main" val="20977173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E546B2-EB9C-4E9C-8793-C25F32D58B9A}" type="datetimeFigureOut">
              <a:rPr lang="en-US" smtClean="0"/>
              <a:t>12/18/2023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83F1C3-4FA3-4491-97F4-43CA9C8BDFDF}" type="slidenum">
              <a:rPr lang="en-US" smtClean="0"/>
              <a:t>‹#›</a:t>
            </a:fld>
            <a:endParaRPr lang="en-US" dirty="0"/>
          </a:p>
        </p:txBody>
      </p:sp>
    </p:spTree>
    <p:extLst>
      <p:ext uri="{BB962C8B-B14F-4D97-AF65-F5344CB8AC3E}">
        <p14:creationId xmlns:p14="http://schemas.microsoft.com/office/powerpoint/2010/main" val="3796346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83F1C3-4FA3-4491-97F4-43CA9C8BDFDF}" type="slidenum">
              <a:rPr lang="en-US" smtClean="0"/>
              <a:t>1</a:t>
            </a:fld>
            <a:endParaRPr lang="en-US" dirty="0"/>
          </a:p>
        </p:txBody>
      </p:sp>
    </p:spTree>
    <p:extLst>
      <p:ext uri="{BB962C8B-B14F-4D97-AF65-F5344CB8AC3E}">
        <p14:creationId xmlns:p14="http://schemas.microsoft.com/office/powerpoint/2010/main" val="36319560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83F1C3-4FA3-4491-97F4-43CA9C8BDFDF}" type="slidenum">
              <a:rPr lang="en-US" smtClean="0"/>
              <a:t>2</a:t>
            </a:fld>
            <a:endParaRPr lang="en-US" dirty="0"/>
          </a:p>
        </p:txBody>
      </p:sp>
    </p:spTree>
    <p:extLst>
      <p:ext uri="{BB962C8B-B14F-4D97-AF65-F5344CB8AC3E}">
        <p14:creationId xmlns:p14="http://schemas.microsoft.com/office/powerpoint/2010/main" val="27440805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83F1C3-4FA3-4491-97F4-43CA9C8BDFDF}" type="slidenum">
              <a:rPr lang="en-US" smtClean="0"/>
              <a:t>3</a:t>
            </a:fld>
            <a:endParaRPr lang="en-US" dirty="0"/>
          </a:p>
        </p:txBody>
      </p:sp>
    </p:spTree>
    <p:extLst>
      <p:ext uri="{BB962C8B-B14F-4D97-AF65-F5344CB8AC3E}">
        <p14:creationId xmlns:p14="http://schemas.microsoft.com/office/powerpoint/2010/main" val="16679217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83F1C3-4FA3-4491-97F4-43CA9C8BDFDF}" type="slidenum">
              <a:rPr lang="en-US" smtClean="0"/>
              <a:t>7</a:t>
            </a:fld>
            <a:endParaRPr lang="en-US" dirty="0"/>
          </a:p>
        </p:txBody>
      </p:sp>
    </p:spTree>
    <p:extLst>
      <p:ext uri="{BB962C8B-B14F-4D97-AF65-F5344CB8AC3E}">
        <p14:creationId xmlns:p14="http://schemas.microsoft.com/office/powerpoint/2010/main" val="40046007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DF9C7667-EADA-40AC-B931-4642E0A9A4DE}"/>
              </a:ext>
            </a:extLst>
          </p:cNvPr>
          <p:cNvSpPr>
            <a:spLocks noGrp="1"/>
          </p:cNvSpPr>
          <p:nvPr>
            <p:ph type="pic" sz="quarter" idx="13"/>
          </p:nvPr>
        </p:nvSpPr>
        <p:spPr>
          <a:xfrm>
            <a:off x="0" y="0"/>
            <a:ext cx="12192000" cy="6858000"/>
          </a:xfrm>
          <a:prstGeom prst="rect">
            <a:avLst/>
          </a:prstGeom>
          <a:solidFill>
            <a:schemeClr val="tx1">
              <a:lumMod val="65000"/>
              <a:lumOff val="35000"/>
            </a:schemeClr>
          </a:solidFill>
        </p:spPr>
        <p:txBody>
          <a:bodyPr anchor="ctr"/>
          <a:lstStyle>
            <a:lvl1pPr marL="0" indent="0" algn="ctr">
              <a:buNone/>
              <a:defRPr>
                <a:solidFill>
                  <a:schemeClr val="bg1"/>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43379CA9-81D6-424A-8046-4B56E1D25059}"/>
              </a:ext>
            </a:extLst>
          </p:cNvPr>
          <p:cNvSpPr>
            <a:spLocks noGrp="1"/>
          </p:cNvSpPr>
          <p:nvPr>
            <p:ph type="title"/>
          </p:nvPr>
        </p:nvSpPr>
        <p:spPr>
          <a:xfrm>
            <a:off x="457200" y="4517136"/>
            <a:ext cx="6581554" cy="1371600"/>
          </a:xfrm>
        </p:spPr>
        <p:txBody>
          <a:bodyPr>
            <a:normAutofit/>
          </a:bodyPr>
          <a:lstStyle>
            <a:lvl1pPr>
              <a:lnSpc>
                <a:spcPts val="4600"/>
              </a:lnSpc>
              <a:defRPr sz="3600" cap="all"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6502427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tro">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DF9C7667-EADA-40AC-B931-4642E0A9A4DE}"/>
              </a:ext>
            </a:extLst>
          </p:cNvPr>
          <p:cNvSpPr>
            <a:spLocks noGrp="1"/>
          </p:cNvSpPr>
          <p:nvPr>
            <p:ph type="pic" sz="quarter" idx="13"/>
          </p:nvPr>
        </p:nvSpPr>
        <p:spPr>
          <a:xfrm>
            <a:off x="0" y="0"/>
            <a:ext cx="12192000" cy="6858000"/>
          </a:xfrm>
          <a:prstGeom prst="rect">
            <a:avLst/>
          </a:prstGeom>
          <a:solidFill>
            <a:schemeClr val="tx1">
              <a:lumMod val="50000"/>
              <a:lumOff val="50000"/>
            </a:schemeClr>
          </a:solidFill>
        </p:spPr>
        <p:txBody>
          <a:bodyPr anchor="ctr"/>
          <a:lstStyle>
            <a:lvl1pPr marL="0" indent="0">
              <a:buNone/>
              <a:defRPr>
                <a:solidFill>
                  <a:schemeClr val="bg1"/>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43379CA9-81D6-424A-8046-4B56E1D25059}"/>
              </a:ext>
            </a:extLst>
          </p:cNvPr>
          <p:cNvSpPr>
            <a:spLocks noGrp="1"/>
          </p:cNvSpPr>
          <p:nvPr>
            <p:ph type="title"/>
          </p:nvPr>
        </p:nvSpPr>
        <p:spPr/>
        <p:txBody>
          <a:bodyPr/>
          <a:lstStyle>
            <a:lvl1pPr>
              <a:defRPr cap="all" baseline="0">
                <a:solidFill>
                  <a:schemeClr val="bg1"/>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2A60302F-65DB-4E93-B6C3-49E64C44FB53}"/>
              </a:ext>
            </a:extLst>
          </p:cNvPr>
          <p:cNvSpPr>
            <a:spLocks noGrp="1"/>
          </p:cNvSpPr>
          <p:nvPr>
            <p:ph type="body" sz="quarter" idx="14" hasCustomPrompt="1"/>
          </p:nvPr>
        </p:nvSpPr>
        <p:spPr>
          <a:xfrm>
            <a:off x="3429000" y="2240280"/>
            <a:ext cx="4645152" cy="4197096"/>
          </a:xfrm>
          <a:prstGeom prst="rect">
            <a:avLst/>
          </a:prstGeom>
        </p:spPr>
        <p:txBody>
          <a:bodyPr/>
          <a:lstStyle>
            <a:lvl1pPr marL="0" indent="0">
              <a:lnSpc>
                <a:spcPts val="2800"/>
              </a:lnSpc>
              <a:spcBef>
                <a:spcPts val="0"/>
              </a:spcBef>
              <a:buNone/>
              <a:defRPr sz="1800">
                <a:solidFill>
                  <a:schemeClr val="bg1"/>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dirty="0"/>
              <a:t>Click to edit text</a:t>
            </a:r>
          </a:p>
        </p:txBody>
      </p:sp>
      <p:sp>
        <p:nvSpPr>
          <p:cNvPr id="7" name="Text Placeholder 6">
            <a:extLst>
              <a:ext uri="{FF2B5EF4-FFF2-40B4-BE49-F238E27FC236}">
                <a16:creationId xmlns:a16="http://schemas.microsoft.com/office/drawing/2014/main" id="{EC1CB8E8-F58A-4B26-B8AA-8977FC608E83}"/>
              </a:ext>
            </a:extLst>
          </p:cNvPr>
          <p:cNvSpPr>
            <a:spLocks noGrp="1"/>
          </p:cNvSpPr>
          <p:nvPr>
            <p:ph type="body" sz="quarter" idx="15" hasCustomPrompt="1"/>
          </p:nvPr>
        </p:nvSpPr>
        <p:spPr>
          <a:xfrm>
            <a:off x="630936" y="4498848"/>
            <a:ext cx="2121408" cy="621792"/>
          </a:xfrm>
          <a:prstGeom prst="rect">
            <a:avLst/>
          </a:prstGeom>
        </p:spPr>
        <p:txBody>
          <a:bodyPr lIns="0"/>
          <a:lstStyle>
            <a:lvl1pPr marL="0" indent="0">
              <a:lnSpc>
                <a:spcPts val="1800"/>
              </a:lnSpc>
              <a:spcBef>
                <a:spcPts val="0"/>
              </a:spcBef>
              <a:buNone/>
              <a:defRPr sz="1200" b="1"/>
            </a:lvl1pPr>
            <a:lvl2pPr marL="457200" indent="0">
              <a:lnSpc>
                <a:spcPts val="1800"/>
              </a:lnSpc>
              <a:spcBef>
                <a:spcPts val="0"/>
              </a:spcBef>
              <a:buNone/>
              <a:defRPr sz="1200" b="1"/>
            </a:lvl2pPr>
            <a:lvl3pPr marL="914400" indent="0">
              <a:lnSpc>
                <a:spcPts val="1800"/>
              </a:lnSpc>
              <a:spcBef>
                <a:spcPts val="0"/>
              </a:spcBef>
              <a:buNone/>
              <a:defRPr sz="1200" b="1"/>
            </a:lvl3pPr>
            <a:lvl4pPr marL="1371600" indent="0">
              <a:lnSpc>
                <a:spcPts val="1800"/>
              </a:lnSpc>
              <a:spcBef>
                <a:spcPts val="0"/>
              </a:spcBef>
              <a:buNone/>
              <a:defRPr sz="1200" b="1"/>
            </a:lvl4pPr>
            <a:lvl5pPr marL="1828800" indent="0">
              <a:lnSpc>
                <a:spcPts val="1800"/>
              </a:lnSpc>
              <a:spcBef>
                <a:spcPts val="0"/>
              </a:spcBef>
              <a:buNone/>
              <a:defRPr sz="1200" b="1"/>
            </a:lvl5pPr>
          </a:lstStyle>
          <a:p>
            <a:pPr lvl="0"/>
            <a:r>
              <a:rPr lang="en-US"/>
              <a:t>Click to text</a:t>
            </a:r>
          </a:p>
        </p:txBody>
      </p:sp>
    </p:spTree>
    <p:extLst>
      <p:ext uri="{BB962C8B-B14F-4D97-AF65-F5344CB8AC3E}">
        <p14:creationId xmlns:p14="http://schemas.microsoft.com/office/powerpoint/2010/main" val="19805938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alette Balance act">
    <p:bg>
      <p:bgPr>
        <a:solidFill>
          <a:schemeClr val="bg1">
            <a:lumMod val="8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79CA9-81D6-424A-8046-4B56E1D25059}"/>
              </a:ext>
            </a:extLst>
          </p:cNvPr>
          <p:cNvSpPr>
            <a:spLocks noGrp="1"/>
          </p:cNvSpPr>
          <p:nvPr>
            <p:ph type="title" hasCustomPrompt="1"/>
          </p:nvPr>
        </p:nvSpPr>
        <p:spPr>
          <a:xfrm>
            <a:off x="457199" y="2569464"/>
            <a:ext cx="3619501" cy="1179576"/>
          </a:xfrm>
        </p:spPr>
        <p:txBody>
          <a:bodyPr anchor="b" anchorCtr="0">
            <a:normAutofit/>
          </a:bodyPr>
          <a:lstStyle>
            <a:lvl1pPr>
              <a:lnSpc>
                <a:spcPts val="4000"/>
              </a:lnSpc>
              <a:defRPr sz="3200" cap="all" baseline="0"/>
            </a:lvl1pPr>
          </a:lstStyle>
          <a:p>
            <a:r>
              <a:rPr lang="en-US" dirty="0"/>
              <a:t>Click to edit title</a:t>
            </a:r>
          </a:p>
        </p:txBody>
      </p:sp>
      <p:sp>
        <p:nvSpPr>
          <p:cNvPr id="9" name="Picture Placeholder 8">
            <a:extLst>
              <a:ext uri="{FF2B5EF4-FFF2-40B4-BE49-F238E27FC236}">
                <a16:creationId xmlns:a16="http://schemas.microsoft.com/office/drawing/2014/main" id="{B2F51F73-5064-47F8-83FD-440E0ED1950B}"/>
              </a:ext>
            </a:extLst>
          </p:cNvPr>
          <p:cNvSpPr>
            <a:spLocks noGrp="1"/>
          </p:cNvSpPr>
          <p:nvPr>
            <p:ph type="pic" sz="quarter" idx="13"/>
          </p:nvPr>
        </p:nvSpPr>
        <p:spPr>
          <a:xfrm>
            <a:off x="4279392" y="1463040"/>
            <a:ext cx="1499616" cy="2194560"/>
          </a:xfrm>
          <a:prstGeom prst="rect">
            <a:avLst/>
          </a:prstGeom>
        </p:spPr>
        <p:txBody>
          <a:bodyPr/>
          <a:lstStyle>
            <a:lvl1pPr>
              <a:defRPr sz="2000"/>
            </a:lvl1pPr>
          </a:lstStyle>
          <a:p>
            <a:r>
              <a:rPr lang="en-US"/>
              <a:t>Click icon to add picture</a:t>
            </a:r>
            <a:endParaRPr lang="en-US" dirty="0"/>
          </a:p>
        </p:txBody>
      </p:sp>
      <p:sp>
        <p:nvSpPr>
          <p:cNvPr id="18" name="Picture Placeholder 8">
            <a:extLst>
              <a:ext uri="{FF2B5EF4-FFF2-40B4-BE49-F238E27FC236}">
                <a16:creationId xmlns:a16="http://schemas.microsoft.com/office/drawing/2014/main" id="{06FF689A-8221-42E8-96D4-ED4D3AD501F8}"/>
              </a:ext>
            </a:extLst>
          </p:cNvPr>
          <p:cNvSpPr>
            <a:spLocks noGrp="1"/>
          </p:cNvSpPr>
          <p:nvPr>
            <p:ph type="pic" sz="quarter" idx="14"/>
          </p:nvPr>
        </p:nvSpPr>
        <p:spPr>
          <a:xfrm>
            <a:off x="6227064" y="1463040"/>
            <a:ext cx="1499616" cy="2194560"/>
          </a:xfrm>
          <a:prstGeom prst="rect">
            <a:avLst/>
          </a:prstGeom>
        </p:spPr>
        <p:txBody>
          <a:bodyPr/>
          <a:lstStyle>
            <a:lvl1pPr>
              <a:defRPr sz="2000"/>
            </a:lvl1pPr>
          </a:lstStyle>
          <a:p>
            <a:r>
              <a:rPr lang="en-US"/>
              <a:t>Click icon to add picture</a:t>
            </a:r>
            <a:endParaRPr lang="en-US" dirty="0"/>
          </a:p>
        </p:txBody>
      </p:sp>
      <p:sp>
        <p:nvSpPr>
          <p:cNvPr id="19" name="Picture Placeholder 8">
            <a:extLst>
              <a:ext uri="{FF2B5EF4-FFF2-40B4-BE49-F238E27FC236}">
                <a16:creationId xmlns:a16="http://schemas.microsoft.com/office/drawing/2014/main" id="{96424DB2-4D46-493F-A5B8-8901EDA394F2}"/>
              </a:ext>
            </a:extLst>
          </p:cNvPr>
          <p:cNvSpPr>
            <a:spLocks noGrp="1"/>
          </p:cNvSpPr>
          <p:nvPr>
            <p:ph type="pic" sz="quarter" idx="15"/>
          </p:nvPr>
        </p:nvSpPr>
        <p:spPr>
          <a:xfrm>
            <a:off x="8174736" y="1463040"/>
            <a:ext cx="1499616" cy="2194560"/>
          </a:xfrm>
          <a:prstGeom prst="rect">
            <a:avLst/>
          </a:prstGeom>
        </p:spPr>
        <p:txBody>
          <a:bodyPr/>
          <a:lstStyle>
            <a:lvl1pPr>
              <a:defRPr sz="2000"/>
            </a:lvl1pPr>
          </a:lstStyle>
          <a:p>
            <a:r>
              <a:rPr lang="en-US"/>
              <a:t>Click icon to add picture</a:t>
            </a:r>
            <a:endParaRPr lang="en-US" dirty="0"/>
          </a:p>
        </p:txBody>
      </p:sp>
      <p:sp>
        <p:nvSpPr>
          <p:cNvPr id="20" name="Picture Placeholder 8">
            <a:extLst>
              <a:ext uri="{FF2B5EF4-FFF2-40B4-BE49-F238E27FC236}">
                <a16:creationId xmlns:a16="http://schemas.microsoft.com/office/drawing/2014/main" id="{0AF2B6E1-5738-41B1-8C15-EA6715490140}"/>
              </a:ext>
            </a:extLst>
          </p:cNvPr>
          <p:cNvSpPr>
            <a:spLocks noGrp="1"/>
          </p:cNvSpPr>
          <p:nvPr>
            <p:ph type="pic" sz="quarter" idx="16"/>
          </p:nvPr>
        </p:nvSpPr>
        <p:spPr>
          <a:xfrm>
            <a:off x="10122408" y="1463040"/>
            <a:ext cx="1499616" cy="2194560"/>
          </a:xfrm>
          <a:prstGeom prst="rect">
            <a:avLst/>
          </a:prstGeom>
        </p:spPr>
        <p:txBody>
          <a:bodyPr/>
          <a:lstStyle>
            <a:lvl1pPr>
              <a:defRPr sz="2000"/>
            </a:lvl1pPr>
          </a:lstStyle>
          <a:p>
            <a:r>
              <a:rPr lang="en-US"/>
              <a:t>Click icon to add picture</a:t>
            </a:r>
            <a:endParaRPr lang="en-US" dirty="0"/>
          </a:p>
        </p:txBody>
      </p:sp>
      <p:sp>
        <p:nvSpPr>
          <p:cNvPr id="21" name="Picture Placeholder 8">
            <a:extLst>
              <a:ext uri="{FF2B5EF4-FFF2-40B4-BE49-F238E27FC236}">
                <a16:creationId xmlns:a16="http://schemas.microsoft.com/office/drawing/2014/main" id="{6C8D73EB-347C-4E13-94C8-FA8FADE46559}"/>
              </a:ext>
            </a:extLst>
          </p:cNvPr>
          <p:cNvSpPr>
            <a:spLocks noGrp="1"/>
          </p:cNvSpPr>
          <p:nvPr>
            <p:ph type="pic" sz="quarter" idx="17"/>
          </p:nvPr>
        </p:nvSpPr>
        <p:spPr>
          <a:xfrm>
            <a:off x="4279392" y="4087368"/>
            <a:ext cx="1499616" cy="2194560"/>
          </a:xfrm>
          <a:prstGeom prst="rect">
            <a:avLst/>
          </a:prstGeom>
        </p:spPr>
        <p:txBody>
          <a:bodyPr/>
          <a:lstStyle>
            <a:lvl1pPr>
              <a:defRPr sz="2000"/>
            </a:lvl1pPr>
          </a:lstStyle>
          <a:p>
            <a:r>
              <a:rPr lang="en-US"/>
              <a:t>Click icon to add picture</a:t>
            </a:r>
            <a:endParaRPr lang="en-US" dirty="0"/>
          </a:p>
        </p:txBody>
      </p:sp>
      <p:sp>
        <p:nvSpPr>
          <p:cNvPr id="22" name="Picture Placeholder 8">
            <a:extLst>
              <a:ext uri="{FF2B5EF4-FFF2-40B4-BE49-F238E27FC236}">
                <a16:creationId xmlns:a16="http://schemas.microsoft.com/office/drawing/2014/main" id="{9DFA5C56-9B47-4F87-8E12-30A936274F1B}"/>
              </a:ext>
            </a:extLst>
          </p:cNvPr>
          <p:cNvSpPr>
            <a:spLocks noGrp="1"/>
          </p:cNvSpPr>
          <p:nvPr>
            <p:ph type="pic" sz="quarter" idx="18"/>
          </p:nvPr>
        </p:nvSpPr>
        <p:spPr>
          <a:xfrm>
            <a:off x="6227064" y="4087368"/>
            <a:ext cx="1499616" cy="2194560"/>
          </a:xfrm>
          <a:prstGeom prst="rect">
            <a:avLst/>
          </a:prstGeom>
        </p:spPr>
        <p:txBody>
          <a:bodyPr/>
          <a:lstStyle>
            <a:lvl1pPr>
              <a:defRPr sz="2000"/>
            </a:lvl1pPr>
          </a:lstStyle>
          <a:p>
            <a:r>
              <a:rPr lang="en-US"/>
              <a:t>Click icon to add picture</a:t>
            </a:r>
            <a:endParaRPr lang="en-US" dirty="0"/>
          </a:p>
        </p:txBody>
      </p:sp>
      <p:sp>
        <p:nvSpPr>
          <p:cNvPr id="23" name="Picture Placeholder 8">
            <a:extLst>
              <a:ext uri="{FF2B5EF4-FFF2-40B4-BE49-F238E27FC236}">
                <a16:creationId xmlns:a16="http://schemas.microsoft.com/office/drawing/2014/main" id="{1E3B5888-98ED-48E4-8AA8-5BAB43F8516C}"/>
              </a:ext>
            </a:extLst>
          </p:cNvPr>
          <p:cNvSpPr>
            <a:spLocks noGrp="1"/>
          </p:cNvSpPr>
          <p:nvPr>
            <p:ph type="pic" sz="quarter" idx="19"/>
          </p:nvPr>
        </p:nvSpPr>
        <p:spPr>
          <a:xfrm>
            <a:off x="8174736" y="4087368"/>
            <a:ext cx="1499616" cy="2194560"/>
          </a:xfrm>
          <a:prstGeom prst="rect">
            <a:avLst/>
          </a:prstGeom>
        </p:spPr>
        <p:txBody>
          <a:bodyPr/>
          <a:lstStyle>
            <a:lvl1pPr>
              <a:defRPr sz="2000"/>
            </a:lvl1pPr>
          </a:lstStyle>
          <a:p>
            <a:r>
              <a:rPr lang="en-US"/>
              <a:t>Click icon to add picture</a:t>
            </a:r>
            <a:endParaRPr lang="en-US" dirty="0"/>
          </a:p>
        </p:txBody>
      </p:sp>
      <p:sp>
        <p:nvSpPr>
          <p:cNvPr id="24" name="Picture Placeholder 8">
            <a:extLst>
              <a:ext uri="{FF2B5EF4-FFF2-40B4-BE49-F238E27FC236}">
                <a16:creationId xmlns:a16="http://schemas.microsoft.com/office/drawing/2014/main" id="{569C9EE3-34D1-4DE0-B06C-2F6212F7C329}"/>
              </a:ext>
            </a:extLst>
          </p:cNvPr>
          <p:cNvSpPr>
            <a:spLocks noGrp="1"/>
          </p:cNvSpPr>
          <p:nvPr>
            <p:ph type="pic" sz="quarter" idx="20"/>
          </p:nvPr>
        </p:nvSpPr>
        <p:spPr>
          <a:xfrm>
            <a:off x="10122408" y="4087368"/>
            <a:ext cx="1499616" cy="2194560"/>
          </a:xfrm>
          <a:prstGeom prst="rect">
            <a:avLst/>
          </a:prstGeom>
        </p:spPr>
        <p:txBody>
          <a:bodyPr/>
          <a:lstStyle>
            <a:lvl1pPr>
              <a:defRPr sz="2000"/>
            </a:lvl1pPr>
          </a:lstStyle>
          <a:p>
            <a:r>
              <a:rPr lang="en-US"/>
              <a:t>Click icon to add picture</a:t>
            </a:r>
            <a:endParaRPr lang="en-US" dirty="0"/>
          </a:p>
        </p:txBody>
      </p:sp>
    </p:spTree>
    <p:extLst>
      <p:ext uri="{BB962C8B-B14F-4D97-AF65-F5344CB8AC3E}">
        <p14:creationId xmlns:p14="http://schemas.microsoft.com/office/powerpoint/2010/main" val="29019032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mmersive palette Balancing Act">
    <p:bg>
      <p:bgPr>
        <a:solidFill>
          <a:schemeClr val="accent5"/>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0869985-B973-4011-9FA2-83D7EBB2EA53}"/>
              </a:ext>
            </a:extLst>
          </p:cNvPr>
          <p:cNvSpPr/>
          <p:nvPr userDrawn="1"/>
        </p:nvSpPr>
        <p:spPr>
          <a:xfrm>
            <a:off x="0" y="2400300"/>
            <a:ext cx="4267200" cy="4457700"/>
          </a:xfrm>
          <a:prstGeom prst="rect">
            <a:avLst/>
          </a:prstGeom>
          <a:solidFill>
            <a:srgbClr val="D293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3379CA9-81D6-424A-8046-4B56E1D25059}"/>
              </a:ext>
            </a:extLst>
          </p:cNvPr>
          <p:cNvSpPr>
            <a:spLocks noGrp="1"/>
          </p:cNvSpPr>
          <p:nvPr>
            <p:ph type="title"/>
          </p:nvPr>
        </p:nvSpPr>
        <p:spPr>
          <a:xfrm>
            <a:off x="457199" y="1399032"/>
            <a:ext cx="3619501" cy="877824"/>
          </a:xfrm>
        </p:spPr>
        <p:txBody>
          <a:bodyPr/>
          <a:lstStyle>
            <a:lvl1pPr>
              <a:defRPr cap="all" baseline="0">
                <a:solidFill>
                  <a:schemeClr val="bg1"/>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2A60302F-65DB-4E93-B6C3-49E64C44FB53}"/>
              </a:ext>
            </a:extLst>
          </p:cNvPr>
          <p:cNvSpPr>
            <a:spLocks noGrp="1"/>
          </p:cNvSpPr>
          <p:nvPr>
            <p:ph type="body" sz="quarter" idx="14" hasCustomPrompt="1"/>
          </p:nvPr>
        </p:nvSpPr>
        <p:spPr>
          <a:xfrm>
            <a:off x="457200" y="2779776"/>
            <a:ext cx="3465576" cy="3255264"/>
          </a:xfrm>
          <a:prstGeom prst="rect">
            <a:avLst/>
          </a:prstGeom>
        </p:spPr>
        <p:txBody>
          <a:bodyPr/>
          <a:lstStyle>
            <a:lvl1pPr marL="0" indent="0">
              <a:lnSpc>
                <a:spcPts val="3000"/>
              </a:lnSpc>
              <a:spcBef>
                <a:spcPts val="0"/>
              </a:spcBef>
              <a:buNone/>
              <a:defRPr sz="1800">
                <a:solidFill>
                  <a:schemeClr val="bg1"/>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dirty="0"/>
              <a:t>Click to edit text</a:t>
            </a:r>
          </a:p>
        </p:txBody>
      </p:sp>
      <p:sp>
        <p:nvSpPr>
          <p:cNvPr id="7" name="Picture Placeholder 6">
            <a:extLst>
              <a:ext uri="{FF2B5EF4-FFF2-40B4-BE49-F238E27FC236}">
                <a16:creationId xmlns:a16="http://schemas.microsoft.com/office/drawing/2014/main" id="{9A66F217-0E52-4AD8-82BA-AB332C59638C}"/>
              </a:ext>
            </a:extLst>
          </p:cNvPr>
          <p:cNvSpPr>
            <a:spLocks noGrp="1"/>
          </p:cNvSpPr>
          <p:nvPr>
            <p:ph type="pic" sz="quarter" idx="15"/>
          </p:nvPr>
        </p:nvSpPr>
        <p:spPr>
          <a:xfrm>
            <a:off x="4254500" y="0"/>
            <a:ext cx="7480300" cy="6858000"/>
          </a:xfrm>
          <a:prstGeom prst="rect">
            <a:avLst/>
          </a:prstGeom>
        </p:spPr>
        <p:txBody>
          <a:bodyPr anchor="ctr"/>
          <a:lstStyle>
            <a:lvl1pPr marL="0" indent="0" algn="ctr">
              <a:buNone/>
              <a:defRPr>
                <a:solidFill>
                  <a:schemeClr val="bg1"/>
                </a:solidFill>
              </a:defRPr>
            </a:lvl1pPr>
          </a:lstStyle>
          <a:p>
            <a:r>
              <a:rPr lang="en-US"/>
              <a:t>Click icon to add picture</a:t>
            </a:r>
            <a:endParaRPr lang="en-US" dirty="0"/>
          </a:p>
        </p:txBody>
      </p:sp>
      <p:sp>
        <p:nvSpPr>
          <p:cNvPr id="8" name="Rectangle 7">
            <a:extLst>
              <a:ext uri="{FF2B5EF4-FFF2-40B4-BE49-F238E27FC236}">
                <a16:creationId xmlns:a16="http://schemas.microsoft.com/office/drawing/2014/main" id="{E75D44F0-DADD-4DCC-82EC-FDB3E9878AA9}"/>
              </a:ext>
            </a:extLst>
          </p:cNvPr>
          <p:cNvSpPr/>
          <p:nvPr userDrawn="1"/>
        </p:nvSpPr>
        <p:spPr>
          <a:xfrm>
            <a:off x="11734800" y="4445000"/>
            <a:ext cx="457200" cy="2413000"/>
          </a:xfrm>
          <a:prstGeom prst="rect">
            <a:avLst/>
          </a:prstGeom>
          <a:solidFill>
            <a:srgbClr val="884C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28CFE2C9-8B6E-4DDA-A5EA-04581F7629F0}"/>
              </a:ext>
            </a:extLst>
          </p:cNvPr>
          <p:cNvSpPr/>
          <p:nvPr userDrawn="1"/>
        </p:nvSpPr>
        <p:spPr>
          <a:xfrm>
            <a:off x="11734800" y="0"/>
            <a:ext cx="457200" cy="4462272"/>
          </a:xfrm>
          <a:prstGeom prst="rect">
            <a:avLst/>
          </a:prstGeom>
          <a:solidFill>
            <a:srgbClr val="86A2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371823428"/>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structions">
    <p:spTree>
      <p:nvGrpSpPr>
        <p:cNvPr id="1" name=""/>
        <p:cNvGrpSpPr/>
        <p:nvPr/>
      </p:nvGrpSpPr>
      <p:grpSpPr>
        <a:xfrm>
          <a:off x="0" y="0"/>
          <a:ext cx="0" cy="0"/>
          <a:chOff x="0" y="0"/>
          <a:chExt cx="0" cy="0"/>
        </a:xfrm>
      </p:grpSpPr>
      <p:sp>
        <p:nvSpPr>
          <p:cNvPr id="9" name="Rectangle 8" hidden="1"/>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sp>
        <p:nvSpPr>
          <p:cNvPr id="12" name="Title 1">
            <a:extLst>
              <a:ext uri="{FF2B5EF4-FFF2-40B4-BE49-F238E27FC236}">
                <a16:creationId xmlns:a16="http://schemas.microsoft.com/office/drawing/2014/main" id="{96FEDCD9-19A7-423B-ABE0-DDD032DE8879}"/>
              </a:ext>
            </a:extLst>
          </p:cNvPr>
          <p:cNvSpPr>
            <a:spLocks noGrp="1"/>
          </p:cNvSpPr>
          <p:nvPr>
            <p:ph type="title"/>
          </p:nvPr>
        </p:nvSpPr>
        <p:spPr>
          <a:xfrm>
            <a:off x="457199" y="914400"/>
            <a:ext cx="7467601" cy="1572768"/>
          </a:xfrm>
        </p:spPr>
        <p:txBody>
          <a:bodyPr/>
          <a:lstStyle>
            <a:lvl1pPr>
              <a:lnSpc>
                <a:spcPts val="4600"/>
              </a:lnSpc>
              <a:defRPr/>
            </a:lvl1pPr>
          </a:lstStyle>
          <a:p>
            <a:r>
              <a:rPr lang="en-US"/>
              <a:t>Click to edit Master title style</a:t>
            </a:r>
            <a:endParaRPr lang="en-US" dirty="0"/>
          </a:p>
        </p:txBody>
      </p:sp>
      <p:sp>
        <p:nvSpPr>
          <p:cNvPr id="14" name="Text Placeholder 9">
            <a:extLst>
              <a:ext uri="{FF2B5EF4-FFF2-40B4-BE49-F238E27FC236}">
                <a16:creationId xmlns:a16="http://schemas.microsoft.com/office/drawing/2014/main" id="{EBD7372B-17B4-4062-8BFA-745581B27349}"/>
              </a:ext>
            </a:extLst>
          </p:cNvPr>
          <p:cNvSpPr>
            <a:spLocks noGrp="1"/>
          </p:cNvSpPr>
          <p:nvPr>
            <p:ph type="body" sz="quarter" idx="14" hasCustomPrompt="1"/>
          </p:nvPr>
        </p:nvSpPr>
        <p:spPr>
          <a:xfrm>
            <a:off x="457200" y="2540000"/>
            <a:ext cx="6591300" cy="3403600"/>
          </a:xfrm>
          <a:prstGeom prst="rect">
            <a:avLst/>
          </a:prstGeom>
        </p:spPr>
        <p:txBody>
          <a:bodyPr/>
          <a:lstStyle>
            <a:lvl1pPr marL="342900" indent="-342900">
              <a:lnSpc>
                <a:spcPts val="3000"/>
              </a:lnSpc>
              <a:spcBef>
                <a:spcPts val="0"/>
              </a:spcBef>
              <a:buFont typeface="+mj-lt"/>
              <a:buAutoNum type="arabicPeriod"/>
              <a:defRPr sz="1800"/>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dirty="0"/>
              <a:t>Click to edit text</a:t>
            </a:r>
          </a:p>
        </p:txBody>
      </p:sp>
      <p:sp>
        <p:nvSpPr>
          <p:cNvPr id="3" name="Picture Placeholder 2">
            <a:extLst>
              <a:ext uri="{FF2B5EF4-FFF2-40B4-BE49-F238E27FC236}">
                <a16:creationId xmlns:a16="http://schemas.microsoft.com/office/drawing/2014/main" id="{C09A28F9-9D68-48A2-A1AD-C1C318C0EC8D}"/>
              </a:ext>
            </a:extLst>
          </p:cNvPr>
          <p:cNvSpPr>
            <a:spLocks noGrp="1"/>
          </p:cNvSpPr>
          <p:nvPr>
            <p:ph type="pic" sz="quarter" idx="15"/>
          </p:nvPr>
        </p:nvSpPr>
        <p:spPr>
          <a:xfrm>
            <a:off x="8115300" y="1384300"/>
            <a:ext cx="3410712" cy="4572000"/>
          </a:xfrm>
          <a:prstGeom prst="roundRect">
            <a:avLst>
              <a:gd name="adj" fmla="val 2543"/>
            </a:avLst>
          </a:prstGeom>
        </p:spPr>
        <p:txBody>
          <a:bodyPr anchor="ctr"/>
          <a:lstStyle>
            <a:lvl1pPr marL="0" indent="0" algn="ctr">
              <a:buNone/>
              <a:defRPr/>
            </a:lvl1pPr>
          </a:lstStyle>
          <a:p>
            <a:r>
              <a:rPr lang="en-US"/>
              <a:t>Click icon to add picture</a:t>
            </a:r>
            <a:endParaRPr lang="en-US" dirty="0"/>
          </a:p>
        </p:txBody>
      </p:sp>
    </p:spTree>
    <p:extLst>
      <p:ext uri="{BB962C8B-B14F-4D97-AF65-F5344CB8AC3E}">
        <p14:creationId xmlns:p14="http://schemas.microsoft.com/office/powerpoint/2010/main" val="2185836540"/>
      </p:ext>
    </p:extLst>
  </p:cSld>
  <p:clrMapOvr>
    <a:masterClrMapping/>
  </p:clrMapOvr>
  <p:extLst>
    <p:ext uri="{DCECCB84-F9BA-43D5-87BE-67443E8EF086}">
      <p15:sldGuideLst xmlns:p15="http://schemas.microsoft.com/office/powerpoint/2012/main">
        <p15:guide id="1" orient="horz" pos="1032" userDrawn="1">
          <p15:clr>
            <a:srgbClr val="FBAE40"/>
          </p15:clr>
        </p15:guide>
        <p15:guide id="2" pos="336"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alette Wellspring">
    <p:bg>
      <p:bgPr>
        <a:solidFill>
          <a:schemeClr val="bg1">
            <a:lumMod val="8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79CA9-81D6-424A-8046-4B56E1D25059}"/>
              </a:ext>
            </a:extLst>
          </p:cNvPr>
          <p:cNvSpPr>
            <a:spLocks noGrp="1"/>
          </p:cNvSpPr>
          <p:nvPr>
            <p:ph type="title" hasCustomPrompt="1"/>
          </p:nvPr>
        </p:nvSpPr>
        <p:spPr>
          <a:xfrm>
            <a:off x="457199" y="2569464"/>
            <a:ext cx="3619501" cy="1179576"/>
          </a:xfrm>
        </p:spPr>
        <p:txBody>
          <a:bodyPr anchor="b" anchorCtr="0">
            <a:normAutofit/>
          </a:bodyPr>
          <a:lstStyle>
            <a:lvl1pPr>
              <a:lnSpc>
                <a:spcPts val="4000"/>
              </a:lnSpc>
              <a:defRPr sz="3200"/>
            </a:lvl1pPr>
          </a:lstStyle>
          <a:p>
            <a:r>
              <a:rPr lang="en-US" dirty="0"/>
              <a:t>Click to edit title</a:t>
            </a:r>
          </a:p>
        </p:txBody>
      </p:sp>
      <p:sp>
        <p:nvSpPr>
          <p:cNvPr id="9" name="Picture Placeholder 8">
            <a:extLst>
              <a:ext uri="{FF2B5EF4-FFF2-40B4-BE49-F238E27FC236}">
                <a16:creationId xmlns:a16="http://schemas.microsoft.com/office/drawing/2014/main" id="{B2F51F73-5064-47F8-83FD-440E0ED1950B}"/>
              </a:ext>
            </a:extLst>
          </p:cNvPr>
          <p:cNvSpPr>
            <a:spLocks noGrp="1"/>
          </p:cNvSpPr>
          <p:nvPr>
            <p:ph type="pic" sz="quarter" idx="13"/>
          </p:nvPr>
        </p:nvSpPr>
        <p:spPr>
          <a:xfrm>
            <a:off x="4279392" y="1463040"/>
            <a:ext cx="1499616" cy="2194560"/>
          </a:xfrm>
          <a:prstGeom prst="rect">
            <a:avLst/>
          </a:prstGeom>
        </p:spPr>
        <p:txBody>
          <a:bodyPr/>
          <a:lstStyle>
            <a:lvl1pPr>
              <a:defRPr sz="2000"/>
            </a:lvl1pPr>
          </a:lstStyle>
          <a:p>
            <a:endParaRPr lang="en-US" dirty="0"/>
          </a:p>
        </p:txBody>
      </p:sp>
      <p:sp>
        <p:nvSpPr>
          <p:cNvPr id="18" name="Picture Placeholder 8">
            <a:extLst>
              <a:ext uri="{FF2B5EF4-FFF2-40B4-BE49-F238E27FC236}">
                <a16:creationId xmlns:a16="http://schemas.microsoft.com/office/drawing/2014/main" id="{06FF689A-8221-42E8-96D4-ED4D3AD501F8}"/>
              </a:ext>
            </a:extLst>
          </p:cNvPr>
          <p:cNvSpPr>
            <a:spLocks noGrp="1"/>
          </p:cNvSpPr>
          <p:nvPr>
            <p:ph type="pic" sz="quarter" idx="14"/>
          </p:nvPr>
        </p:nvSpPr>
        <p:spPr>
          <a:xfrm>
            <a:off x="6227064" y="1463040"/>
            <a:ext cx="1499616" cy="2194560"/>
          </a:xfrm>
          <a:prstGeom prst="rect">
            <a:avLst/>
          </a:prstGeom>
        </p:spPr>
        <p:txBody>
          <a:bodyPr/>
          <a:lstStyle>
            <a:lvl1pPr>
              <a:defRPr sz="2000"/>
            </a:lvl1pPr>
          </a:lstStyle>
          <a:p>
            <a:endParaRPr lang="en-US" dirty="0"/>
          </a:p>
        </p:txBody>
      </p:sp>
      <p:sp>
        <p:nvSpPr>
          <p:cNvPr id="19" name="Picture Placeholder 8">
            <a:extLst>
              <a:ext uri="{FF2B5EF4-FFF2-40B4-BE49-F238E27FC236}">
                <a16:creationId xmlns:a16="http://schemas.microsoft.com/office/drawing/2014/main" id="{96424DB2-4D46-493F-A5B8-8901EDA394F2}"/>
              </a:ext>
            </a:extLst>
          </p:cNvPr>
          <p:cNvSpPr>
            <a:spLocks noGrp="1"/>
          </p:cNvSpPr>
          <p:nvPr>
            <p:ph type="pic" sz="quarter" idx="15"/>
          </p:nvPr>
        </p:nvSpPr>
        <p:spPr>
          <a:xfrm>
            <a:off x="8174736" y="1463040"/>
            <a:ext cx="1499616" cy="2194560"/>
          </a:xfrm>
          <a:prstGeom prst="rect">
            <a:avLst/>
          </a:prstGeom>
        </p:spPr>
        <p:txBody>
          <a:bodyPr/>
          <a:lstStyle>
            <a:lvl1pPr>
              <a:defRPr sz="2000"/>
            </a:lvl1pPr>
          </a:lstStyle>
          <a:p>
            <a:endParaRPr lang="en-US" dirty="0"/>
          </a:p>
        </p:txBody>
      </p:sp>
      <p:sp>
        <p:nvSpPr>
          <p:cNvPr id="20" name="Picture Placeholder 8">
            <a:extLst>
              <a:ext uri="{FF2B5EF4-FFF2-40B4-BE49-F238E27FC236}">
                <a16:creationId xmlns:a16="http://schemas.microsoft.com/office/drawing/2014/main" id="{0AF2B6E1-5738-41B1-8C15-EA6715490140}"/>
              </a:ext>
            </a:extLst>
          </p:cNvPr>
          <p:cNvSpPr>
            <a:spLocks noGrp="1"/>
          </p:cNvSpPr>
          <p:nvPr>
            <p:ph type="pic" sz="quarter" idx="16"/>
          </p:nvPr>
        </p:nvSpPr>
        <p:spPr>
          <a:xfrm>
            <a:off x="10122408" y="1463040"/>
            <a:ext cx="1499616" cy="2194560"/>
          </a:xfrm>
          <a:prstGeom prst="rect">
            <a:avLst/>
          </a:prstGeom>
        </p:spPr>
        <p:txBody>
          <a:bodyPr/>
          <a:lstStyle>
            <a:lvl1pPr>
              <a:defRPr sz="2000"/>
            </a:lvl1pPr>
          </a:lstStyle>
          <a:p>
            <a:endParaRPr lang="en-US" dirty="0"/>
          </a:p>
        </p:txBody>
      </p:sp>
      <p:sp>
        <p:nvSpPr>
          <p:cNvPr id="21" name="Picture Placeholder 8">
            <a:extLst>
              <a:ext uri="{FF2B5EF4-FFF2-40B4-BE49-F238E27FC236}">
                <a16:creationId xmlns:a16="http://schemas.microsoft.com/office/drawing/2014/main" id="{6C8D73EB-347C-4E13-94C8-FA8FADE46559}"/>
              </a:ext>
            </a:extLst>
          </p:cNvPr>
          <p:cNvSpPr>
            <a:spLocks noGrp="1"/>
          </p:cNvSpPr>
          <p:nvPr>
            <p:ph type="pic" sz="quarter" idx="17"/>
          </p:nvPr>
        </p:nvSpPr>
        <p:spPr>
          <a:xfrm>
            <a:off x="4279392" y="4087368"/>
            <a:ext cx="1499616" cy="2194560"/>
          </a:xfrm>
          <a:prstGeom prst="rect">
            <a:avLst/>
          </a:prstGeom>
        </p:spPr>
        <p:txBody>
          <a:bodyPr/>
          <a:lstStyle>
            <a:lvl1pPr>
              <a:defRPr sz="2000"/>
            </a:lvl1pPr>
          </a:lstStyle>
          <a:p>
            <a:endParaRPr lang="en-US" dirty="0"/>
          </a:p>
        </p:txBody>
      </p:sp>
      <p:sp>
        <p:nvSpPr>
          <p:cNvPr id="22" name="Picture Placeholder 8">
            <a:extLst>
              <a:ext uri="{FF2B5EF4-FFF2-40B4-BE49-F238E27FC236}">
                <a16:creationId xmlns:a16="http://schemas.microsoft.com/office/drawing/2014/main" id="{9DFA5C56-9B47-4F87-8E12-30A936274F1B}"/>
              </a:ext>
            </a:extLst>
          </p:cNvPr>
          <p:cNvSpPr>
            <a:spLocks noGrp="1"/>
          </p:cNvSpPr>
          <p:nvPr>
            <p:ph type="pic" sz="quarter" idx="18"/>
          </p:nvPr>
        </p:nvSpPr>
        <p:spPr>
          <a:xfrm>
            <a:off x="6227064" y="4087368"/>
            <a:ext cx="1499616" cy="2194560"/>
          </a:xfrm>
          <a:prstGeom prst="rect">
            <a:avLst/>
          </a:prstGeom>
        </p:spPr>
        <p:txBody>
          <a:bodyPr/>
          <a:lstStyle>
            <a:lvl1pPr>
              <a:defRPr sz="2000"/>
            </a:lvl1pPr>
          </a:lstStyle>
          <a:p>
            <a:endParaRPr lang="en-US" dirty="0"/>
          </a:p>
        </p:txBody>
      </p:sp>
      <p:sp>
        <p:nvSpPr>
          <p:cNvPr id="23" name="Picture Placeholder 8">
            <a:extLst>
              <a:ext uri="{FF2B5EF4-FFF2-40B4-BE49-F238E27FC236}">
                <a16:creationId xmlns:a16="http://schemas.microsoft.com/office/drawing/2014/main" id="{1E3B5888-98ED-48E4-8AA8-5BAB43F8516C}"/>
              </a:ext>
            </a:extLst>
          </p:cNvPr>
          <p:cNvSpPr>
            <a:spLocks noGrp="1"/>
          </p:cNvSpPr>
          <p:nvPr>
            <p:ph type="pic" sz="quarter" idx="19"/>
          </p:nvPr>
        </p:nvSpPr>
        <p:spPr>
          <a:xfrm>
            <a:off x="8174736" y="4087368"/>
            <a:ext cx="1499616" cy="2194560"/>
          </a:xfrm>
          <a:prstGeom prst="rect">
            <a:avLst/>
          </a:prstGeom>
        </p:spPr>
        <p:txBody>
          <a:bodyPr/>
          <a:lstStyle>
            <a:lvl1pPr>
              <a:defRPr sz="2000"/>
            </a:lvl1pPr>
          </a:lstStyle>
          <a:p>
            <a:endParaRPr lang="en-US" dirty="0"/>
          </a:p>
        </p:txBody>
      </p:sp>
      <p:sp>
        <p:nvSpPr>
          <p:cNvPr id="24" name="Picture Placeholder 8">
            <a:extLst>
              <a:ext uri="{FF2B5EF4-FFF2-40B4-BE49-F238E27FC236}">
                <a16:creationId xmlns:a16="http://schemas.microsoft.com/office/drawing/2014/main" id="{569C9EE3-34D1-4DE0-B06C-2F6212F7C329}"/>
              </a:ext>
            </a:extLst>
          </p:cNvPr>
          <p:cNvSpPr>
            <a:spLocks noGrp="1"/>
          </p:cNvSpPr>
          <p:nvPr>
            <p:ph type="pic" sz="quarter" idx="20"/>
          </p:nvPr>
        </p:nvSpPr>
        <p:spPr>
          <a:xfrm>
            <a:off x="10122408" y="4087368"/>
            <a:ext cx="1499616" cy="2194560"/>
          </a:xfrm>
          <a:prstGeom prst="rect">
            <a:avLst/>
          </a:prstGeom>
        </p:spPr>
        <p:txBody>
          <a:bodyPr/>
          <a:lstStyle>
            <a:lvl1pPr>
              <a:defRPr sz="2000"/>
            </a:lvl1pPr>
          </a:lstStyle>
          <a:p>
            <a:endParaRPr lang="en-US" dirty="0"/>
          </a:p>
        </p:txBody>
      </p:sp>
    </p:spTree>
    <p:extLst>
      <p:ext uri="{BB962C8B-B14F-4D97-AF65-F5344CB8AC3E}">
        <p14:creationId xmlns:p14="http://schemas.microsoft.com/office/powerpoint/2010/main" val="22059421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mmersive palette Wellspring">
    <p:bg>
      <p:bgPr>
        <a:solidFill>
          <a:schemeClr val="tx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186ECD6-DF3C-4CA6-9A77-ED32AC37F81F}"/>
              </a:ext>
            </a:extLst>
          </p:cNvPr>
          <p:cNvSpPr/>
          <p:nvPr userDrawn="1"/>
        </p:nvSpPr>
        <p:spPr>
          <a:xfrm>
            <a:off x="0" y="0"/>
            <a:ext cx="2445488" cy="457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8D3F081E-4462-4B33-A41E-0432A3B439D9}"/>
              </a:ext>
            </a:extLst>
          </p:cNvPr>
          <p:cNvSpPr/>
          <p:nvPr userDrawn="1"/>
        </p:nvSpPr>
        <p:spPr>
          <a:xfrm rot="5400000">
            <a:off x="10740656" y="5406656"/>
            <a:ext cx="2445488" cy="457200"/>
          </a:xfrm>
          <a:prstGeom prst="rect">
            <a:avLst/>
          </a:prstGeom>
          <a:solidFill>
            <a:srgbClr val="8A58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C05FA2D1-6BF4-4194-B815-8C66D013FD27}"/>
              </a:ext>
            </a:extLst>
          </p:cNvPr>
          <p:cNvSpPr/>
          <p:nvPr userDrawn="1"/>
        </p:nvSpPr>
        <p:spPr>
          <a:xfrm>
            <a:off x="7982712" y="495300"/>
            <a:ext cx="3753612" cy="5943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DC88F0DF-BC0B-473C-82DC-7FC46D38FAC1}"/>
              </a:ext>
            </a:extLst>
          </p:cNvPr>
          <p:cNvSpPr/>
          <p:nvPr userDrawn="1"/>
        </p:nvSpPr>
        <p:spPr>
          <a:xfrm>
            <a:off x="4251158" y="495300"/>
            <a:ext cx="3787056" cy="59436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 Placeholder 9">
            <a:extLst>
              <a:ext uri="{FF2B5EF4-FFF2-40B4-BE49-F238E27FC236}">
                <a16:creationId xmlns:a16="http://schemas.microsoft.com/office/drawing/2014/main" id="{2A60302F-65DB-4E93-B6C3-49E64C44FB53}"/>
              </a:ext>
            </a:extLst>
          </p:cNvPr>
          <p:cNvSpPr>
            <a:spLocks noGrp="1"/>
          </p:cNvSpPr>
          <p:nvPr>
            <p:ph type="body" sz="quarter" idx="14" hasCustomPrompt="1"/>
          </p:nvPr>
        </p:nvSpPr>
        <p:spPr>
          <a:xfrm>
            <a:off x="457200" y="2779776"/>
            <a:ext cx="3465576" cy="3255264"/>
          </a:xfrm>
          <a:prstGeom prst="rect">
            <a:avLst/>
          </a:prstGeom>
        </p:spPr>
        <p:txBody>
          <a:bodyPr/>
          <a:lstStyle>
            <a:lvl1pPr marL="0" indent="0">
              <a:lnSpc>
                <a:spcPts val="3000"/>
              </a:lnSpc>
              <a:spcBef>
                <a:spcPts val="0"/>
              </a:spcBef>
              <a:buNone/>
              <a:defRPr sz="1800">
                <a:solidFill>
                  <a:schemeClr val="tx1"/>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Click to edit text</a:t>
            </a:r>
          </a:p>
        </p:txBody>
      </p:sp>
      <p:sp>
        <p:nvSpPr>
          <p:cNvPr id="7" name="Picture Placeholder 6">
            <a:extLst>
              <a:ext uri="{FF2B5EF4-FFF2-40B4-BE49-F238E27FC236}">
                <a16:creationId xmlns:a16="http://schemas.microsoft.com/office/drawing/2014/main" id="{9A66F217-0E52-4AD8-82BA-AB332C59638C}"/>
              </a:ext>
            </a:extLst>
          </p:cNvPr>
          <p:cNvSpPr>
            <a:spLocks noGrp="1"/>
          </p:cNvSpPr>
          <p:nvPr>
            <p:ph type="pic" sz="quarter" idx="15"/>
          </p:nvPr>
        </p:nvSpPr>
        <p:spPr>
          <a:xfrm>
            <a:off x="4709160" y="960120"/>
            <a:ext cx="6574536" cy="5074920"/>
          </a:xfrm>
          <a:prstGeom prst="rect">
            <a:avLst/>
          </a:prstGeom>
        </p:spPr>
        <p:txBody>
          <a:bodyPr anchor="ctr"/>
          <a:lstStyle>
            <a:lvl1pPr marL="0" indent="0" algn="ctr">
              <a:buNone/>
              <a:defRPr>
                <a:solidFill>
                  <a:schemeClr val="bg1"/>
                </a:solidFill>
              </a:defRPr>
            </a:lvl1pPr>
          </a:lstStyle>
          <a:p>
            <a:endParaRPr lang="en-US" dirty="0"/>
          </a:p>
        </p:txBody>
      </p:sp>
      <p:sp>
        <p:nvSpPr>
          <p:cNvPr id="13" name="Rectangle 12">
            <a:extLst>
              <a:ext uri="{FF2B5EF4-FFF2-40B4-BE49-F238E27FC236}">
                <a16:creationId xmlns:a16="http://schemas.microsoft.com/office/drawing/2014/main" id="{FDF3E524-6AEB-4529-804C-0B9CD9992050}"/>
              </a:ext>
            </a:extLst>
          </p:cNvPr>
          <p:cNvSpPr/>
          <p:nvPr userDrawn="1"/>
        </p:nvSpPr>
        <p:spPr>
          <a:xfrm>
            <a:off x="228600" y="241300"/>
            <a:ext cx="11772900" cy="6400800"/>
          </a:xfrm>
          <a:prstGeom prst="rect">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 name="Straight Connector 13">
            <a:extLst>
              <a:ext uri="{FF2B5EF4-FFF2-40B4-BE49-F238E27FC236}">
                <a16:creationId xmlns:a16="http://schemas.microsoft.com/office/drawing/2014/main" id="{4CFF2CAC-AD21-48FA-AD68-A643AAA6A8C4}"/>
              </a:ext>
            </a:extLst>
          </p:cNvPr>
          <p:cNvCxnSpPr>
            <a:cxnSpLocks/>
          </p:cNvCxnSpPr>
          <p:nvPr userDrawn="1"/>
        </p:nvCxnSpPr>
        <p:spPr>
          <a:xfrm>
            <a:off x="228600" y="2415910"/>
            <a:ext cx="4022558"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3379CA9-81D6-424A-8046-4B56E1D25059}"/>
              </a:ext>
            </a:extLst>
          </p:cNvPr>
          <p:cNvSpPr>
            <a:spLocks noGrp="1"/>
          </p:cNvSpPr>
          <p:nvPr>
            <p:ph type="title"/>
          </p:nvPr>
        </p:nvSpPr>
        <p:spPr>
          <a:xfrm>
            <a:off x="457199" y="1371600"/>
            <a:ext cx="3619501" cy="877824"/>
          </a:xfrm>
        </p:spPr>
        <p:txBody>
          <a:bodyPr/>
          <a:lstStyle>
            <a:lvl1pPr>
              <a:lnSpc>
                <a:spcPts val="4320"/>
              </a:lnSpc>
              <a:defRPr>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2512255900"/>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alette Star of the show">
    <p:bg>
      <p:bgPr>
        <a:solidFill>
          <a:schemeClr val="bg1">
            <a:lumMod val="8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79CA9-81D6-424A-8046-4B56E1D25059}"/>
              </a:ext>
            </a:extLst>
          </p:cNvPr>
          <p:cNvSpPr>
            <a:spLocks noGrp="1"/>
          </p:cNvSpPr>
          <p:nvPr>
            <p:ph type="title" hasCustomPrompt="1"/>
          </p:nvPr>
        </p:nvSpPr>
        <p:spPr>
          <a:xfrm>
            <a:off x="457199" y="2569464"/>
            <a:ext cx="3619501" cy="1179576"/>
          </a:xfrm>
        </p:spPr>
        <p:txBody>
          <a:bodyPr anchor="t" anchorCtr="0">
            <a:normAutofit/>
          </a:bodyPr>
          <a:lstStyle>
            <a:lvl1pPr>
              <a:lnSpc>
                <a:spcPts val="4000"/>
              </a:lnSpc>
              <a:defRPr sz="3200"/>
            </a:lvl1pPr>
          </a:lstStyle>
          <a:p>
            <a:r>
              <a:rPr lang="en-US" dirty="0"/>
              <a:t>Click to edit title</a:t>
            </a:r>
          </a:p>
        </p:txBody>
      </p:sp>
      <p:sp>
        <p:nvSpPr>
          <p:cNvPr id="9" name="Picture Placeholder 8">
            <a:extLst>
              <a:ext uri="{FF2B5EF4-FFF2-40B4-BE49-F238E27FC236}">
                <a16:creationId xmlns:a16="http://schemas.microsoft.com/office/drawing/2014/main" id="{B2F51F73-5064-47F8-83FD-440E0ED1950B}"/>
              </a:ext>
            </a:extLst>
          </p:cNvPr>
          <p:cNvSpPr>
            <a:spLocks noGrp="1"/>
          </p:cNvSpPr>
          <p:nvPr>
            <p:ph type="pic" sz="quarter" idx="13"/>
          </p:nvPr>
        </p:nvSpPr>
        <p:spPr>
          <a:xfrm>
            <a:off x="4279392" y="1463040"/>
            <a:ext cx="1499616" cy="2194560"/>
          </a:xfrm>
          <a:prstGeom prst="rect">
            <a:avLst/>
          </a:prstGeom>
        </p:spPr>
        <p:txBody>
          <a:bodyPr/>
          <a:lstStyle>
            <a:lvl1pPr>
              <a:defRPr sz="2000"/>
            </a:lvl1pPr>
          </a:lstStyle>
          <a:p>
            <a:endParaRPr lang="en-US" dirty="0"/>
          </a:p>
        </p:txBody>
      </p:sp>
      <p:sp>
        <p:nvSpPr>
          <p:cNvPr id="18" name="Picture Placeholder 8">
            <a:extLst>
              <a:ext uri="{FF2B5EF4-FFF2-40B4-BE49-F238E27FC236}">
                <a16:creationId xmlns:a16="http://schemas.microsoft.com/office/drawing/2014/main" id="{06FF689A-8221-42E8-96D4-ED4D3AD501F8}"/>
              </a:ext>
            </a:extLst>
          </p:cNvPr>
          <p:cNvSpPr>
            <a:spLocks noGrp="1"/>
          </p:cNvSpPr>
          <p:nvPr>
            <p:ph type="pic" sz="quarter" idx="14"/>
          </p:nvPr>
        </p:nvSpPr>
        <p:spPr>
          <a:xfrm>
            <a:off x="6227064" y="1463040"/>
            <a:ext cx="1499616" cy="2194560"/>
          </a:xfrm>
          <a:prstGeom prst="rect">
            <a:avLst/>
          </a:prstGeom>
        </p:spPr>
        <p:txBody>
          <a:bodyPr/>
          <a:lstStyle>
            <a:lvl1pPr>
              <a:defRPr sz="2000"/>
            </a:lvl1pPr>
          </a:lstStyle>
          <a:p>
            <a:endParaRPr lang="en-US" dirty="0"/>
          </a:p>
        </p:txBody>
      </p:sp>
      <p:sp>
        <p:nvSpPr>
          <p:cNvPr id="19" name="Picture Placeholder 8">
            <a:extLst>
              <a:ext uri="{FF2B5EF4-FFF2-40B4-BE49-F238E27FC236}">
                <a16:creationId xmlns:a16="http://schemas.microsoft.com/office/drawing/2014/main" id="{96424DB2-4D46-493F-A5B8-8901EDA394F2}"/>
              </a:ext>
            </a:extLst>
          </p:cNvPr>
          <p:cNvSpPr>
            <a:spLocks noGrp="1"/>
          </p:cNvSpPr>
          <p:nvPr>
            <p:ph type="pic" sz="quarter" idx="15"/>
          </p:nvPr>
        </p:nvSpPr>
        <p:spPr>
          <a:xfrm>
            <a:off x="8174736" y="1463040"/>
            <a:ext cx="1499616" cy="2194560"/>
          </a:xfrm>
          <a:prstGeom prst="rect">
            <a:avLst/>
          </a:prstGeom>
        </p:spPr>
        <p:txBody>
          <a:bodyPr/>
          <a:lstStyle>
            <a:lvl1pPr>
              <a:defRPr sz="2000"/>
            </a:lvl1pPr>
          </a:lstStyle>
          <a:p>
            <a:endParaRPr lang="en-US" dirty="0"/>
          </a:p>
        </p:txBody>
      </p:sp>
      <p:sp>
        <p:nvSpPr>
          <p:cNvPr id="20" name="Picture Placeholder 8">
            <a:extLst>
              <a:ext uri="{FF2B5EF4-FFF2-40B4-BE49-F238E27FC236}">
                <a16:creationId xmlns:a16="http://schemas.microsoft.com/office/drawing/2014/main" id="{0AF2B6E1-5738-41B1-8C15-EA6715490140}"/>
              </a:ext>
            </a:extLst>
          </p:cNvPr>
          <p:cNvSpPr>
            <a:spLocks noGrp="1"/>
          </p:cNvSpPr>
          <p:nvPr>
            <p:ph type="pic" sz="quarter" idx="16"/>
          </p:nvPr>
        </p:nvSpPr>
        <p:spPr>
          <a:xfrm>
            <a:off x="10122408" y="1463040"/>
            <a:ext cx="1499616" cy="2194560"/>
          </a:xfrm>
          <a:prstGeom prst="rect">
            <a:avLst/>
          </a:prstGeom>
        </p:spPr>
        <p:txBody>
          <a:bodyPr/>
          <a:lstStyle>
            <a:lvl1pPr>
              <a:defRPr sz="2000"/>
            </a:lvl1pPr>
          </a:lstStyle>
          <a:p>
            <a:endParaRPr lang="en-US" dirty="0"/>
          </a:p>
        </p:txBody>
      </p:sp>
      <p:sp>
        <p:nvSpPr>
          <p:cNvPr id="21" name="Picture Placeholder 8">
            <a:extLst>
              <a:ext uri="{FF2B5EF4-FFF2-40B4-BE49-F238E27FC236}">
                <a16:creationId xmlns:a16="http://schemas.microsoft.com/office/drawing/2014/main" id="{6C8D73EB-347C-4E13-94C8-FA8FADE46559}"/>
              </a:ext>
            </a:extLst>
          </p:cNvPr>
          <p:cNvSpPr>
            <a:spLocks noGrp="1"/>
          </p:cNvSpPr>
          <p:nvPr>
            <p:ph type="pic" sz="quarter" idx="17"/>
          </p:nvPr>
        </p:nvSpPr>
        <p:spPr>
          <a:xfrm>
            <a:off x="4279392" y="4087368"/>
            <a:ext cx="1499616" cy="2194560"/>
          </a:xfrm>
          <a:prstGeom prst="rect">
            <a:avLst/>
          </a:prstGeom>
        </p:spPr>
        <p:txBody>
          <a:bodyPr/>
          <a:lstStyle>
            <a:lvl1pPr>
              <a:defRPr sz="2000"/>
            </a:lvl1pPr>
          </a:lstStyle>
          <a:p>
            <a:endParaRPr lang="en-US" dirty="0"/>
          </a:p>
        </p:txBody>
      </p:sp>
      <p:sp>
        <p:nvSpPr>
          <p:cNvPr id="22" name="Picture Placeholder 8">
            <a:extLst>
              <a:ext uri="{FF2B5EF4-FFF2-40B4-BE49-F238E27FC236}">
                <a16:creationId xmlns:a16="http://schemas.microsoft.com/office/drawing/2014/main" id="{9DFA5C56-9B47-4F87-8E12-30A936274F1B}"/>
              </a:ext>
            </a:extLst>
          </p:cNvPr>
          <p:cNvSpPr>
            <a:spLocks noGrp="1"/>
          </p:cNvSpPr>
          <p:nvPr>
            <p:ph type="pic" sz="quarter" idx="18"/>
          </p:nvPr>
        </p:nvSpPr>
        <p:spPr>
          <a:xfrm>
            <a:off x="6227064" y="4087368"/>
            <a:ext cx="1499616" cy="2194560"/>
          </a:xfrm>
          <a:prstGeom prst="rect">
            <a:avLst/>
          </a:prstGeom>
        </p:spPr>
        <p:txBody>
          <a:bodyPr/>
          <a:lstStyle>
            <a:lvl1pPr>
              <a:defRPr sz="2000"/>
            </a:lvl1pPr>
          </a:lstStyle>
          <a:p>
            <a:endParaRPr lang="en-US" dirty="0"/>
          </a:p>
        </p:txBody>
      </p:sp>
      <p:sp>
        <p:nvSpPr>
          <p:cNvPr id="23" name="Picture Placeholder 8">
            <a:extLst>
              <a:ext uri="{FF2B5EF4-FFF2-40B4-BE49-F238E27FC236}">
                <a16:creationId xmlns:a16="http://schemas.microsoft.com/office/drawing/2014/main" id="{1E3B5888-98ED-48E4-8AA8-5BAB43F8516C}"/>
              </a:ext>
            </a:extLst>
          </p:cNvPr>
          <p:cNvSpPr>
            <a:spLocks noGrp="1"/>
          </p:cNvSpPr>
          <p:nvPr>
            <p:ph type="pic" sz="quarter" idx="19"/>
          </p:nvPr>
        </p:nvSpPr>
        <p:spPr>
          <a:xfrm>
            <a:off x="8174736" y="4087368"/>
            <a:ext cx="1499616" cy="2194560"/>
          </a:xfrm>
          <a:prstGeom prst="rect">
            <a:avLst/>
          </a:prstGeom>
        </p:spPr>
        <p:txBody>
          <a:bodyPr/>
          <a:lstStyle>
            <a:lvl1pPr>
              <a:defRPr sz="2000"/>
            </a:lvl1pPr>
          </a:lstStyle>
          <a:p>
            <a:endParaRPr lang="en-US" dirty="0"/>
          </a:p>
        </p:txBody>
      </p:sp>
      <p:sp>
        <p:nvSpPr>
          <p:cNvPr id="24" name="Picture Placeholder 8">
            <a:extLst>
              <a:ext uri="{FF2B5EF4-FFF2-40B4-BE49-F238E27FC236}">
                <a16:creationId xmlns:a16="http://schemas.microsoft.com/office/drawing/2014/main" id="{569C9EE3-34D1-4DE0-B06C-2F6212F7C329}"/>
              </a:ext>
            </a:extLst>
          </p:cNvPr>
          <p:cNvSpPr>
            <a:spLocks noGrp="1"/>
          </p:cNvSpPr>
          <p:nvPr>
            <p:ph type="pic" sz="quarter" idx="20"/>
          </p:nvPr>
        </p:nvSpPr>
        <p:spPr>
          <a:xfrm>
            <a:off x="10122408" y="4087368"/>
            <a:ext cx="1499616" cy="2194560"/>
          </a:xfrm>
          <a:prstGeom prst="rect">
            <a:avLst/>
          </a:prstGeom>
        </p:spPr>
        <p:txBody>
          <a:bodyPr/>
          <a:lstStyle>
            <a:lvl1pPr>
              <a:defRPr sz="2000"/>
            </a:lvl1pPr>
          </a:lstStyle>
          <a:p>
            <a:endParaRPr lang="en-US" dirty="0"/>
          </a:p>
        </p:txBody>
      </p:sp>
    </p:spTree>
    <p:extLst>
      <p:ext uri="{BB962C8B-B14F-4D97-AF65-F5344CB8AC3E}">
        <p14:creationId xmlns:p14="http://schemas.microsoft.com/office/powerpoint/2010/main" val="15539207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mersive palette Star of the show">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462B86F-90E5-425E-9F83-8477D8111E1D}"/>
              </a:ext>
            </a:extLst>
          </p:cNvPr>
          <p:cNvSpPr/>
          <p:nvPr userDrawn="1"/>
        </p:nvSpPr>
        <p:spPr>
          <a:xfrm>
            <a:off x="0" y="495300"/>
            <a:ext cx="6057900" cy="13335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F5269853-3C2C-4F9C-B1BB-E00F7A1DB9E1}"/>
              </a:ext>
            </a:extLst>
          </p:cNvPr>
          <p:cNvSpPr/>
          <p:nvPr userDrawn="1"/>
        </p:nvSpPr>
        <p:spPr>
          <a:xfrm>
            <a:off x="6530703" y="495300"/>
            <a:ext cx="2931587" cy="26289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93759D58-52AF-4785-8A33-F528F46D88A3}"/>
              </a:ext>
            </a:extLst>
          </p:cNvPr>
          <p:cNvSpPr/>
          <p:nvPr userDrawn="1"/>
        </p:nvSpPr>
        <p:spPr>
          <a:xfrm>
            <a:off x="8852618" y="3863713"/>
            <a:ext cx="2921000" cy="2590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6AD3E0F4-EC0D-43C2-AC84-A53134C8566E}"/>
              </a:ext>
            </a:extLst>
          </p:cNvPr>
          <p:cNvSpPr/>
          <p:nvPr userDrawn="1"/>
        </p:nvSpPr>
        <p:spPr>
          <a:xfrm>
            <a:off x="228600" y="241300"/>
            <a:ext cx="11772900" cy="6400800"/>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3379CA9-81D6-424A-8046-4B56E1D25059}"/>
              </a:ext>
            </a:extLst>
          </p:cNvPr>
          <p:cNvSpPr>
            <a:spLocks noGrp="1"/>
          </p:cNvSpPr>
          <p:nvPr>
            <p:ph type="title"/>
          </p:nvPr>
        </p:nvSpPr>
        <p:spPr>
          <a:xfrm>
            <a:off x="457199" y="914400"/>
            <a:ext cx="5638801" cy="1572126"/>
          </a:xfrm>
        </p:spPr>
        <p:txBody>
          <a:bodyPr anchor="t" anchorCtr="0">
            <a:noAutofit/>
          </a:bodyPr>
          <a:lstStyle>
            <a:lvl1pPr>
              <a:defRPr>
                <a:solidFill>
                  <a:schemeClr val="tx1"/>
                </a:solidFill>
              </a:defRPr>
            </a:lvl1pPr>
          </a:lstStyle>
          <a:p>
            <a:r>
              <a:rPr lang="en-US" dirty="0"/>
              <a:t>Click to edit Master title style</a:t>
            </a:r>
          </a:p>
        </p:txBody>
      </p:sp>
      <p:sp>
        <p:nvSpPr>
          <p:cNvPr id="10" name="Text Placeholder 9">
            <a:extLst>
              <a:ext uri="{FF2B5EF4-FFF2-40B4-BE49-F238E27FC236}">
                <a16:creationId xmlns:a16="http://schemas.microsoft.com/office/drawing/2014/main" id="{2A60302F-65DB-4E93-B6C3-49E64C44FB53}"/>
              </a:ext>
            </a:extLst>
          </p:cNvPr>
          <p:cNvSpPr>
            <a:spLocks noGrp="1"/>
          </p:cNvSpPr>
          <p:nvPr>
            <p:ph type="body" sz="quarter" idx="14" hasCustomPrompt="1"/>
          </p:nvPr>
        </p:nvSpPr>
        <p:spPr>
          <a:xfrm>
            <a:off x="457200" y="2489200"/>
            <a:ext cx="5202936" cy="3547872"/>
          </a:xfrm>
          <a:prstGeom prst="rect">
            <a:avLst/>
          </a:prstGeom>
        </p:spPr>
        <p:txBody>
          <a:bodyPr/>
          <a:lstStyle>
            <a:lvl1pPr marL="0" indent="0">
              <a:lnSpc>
                <a:spcPts val="3000"/>
              </a:lnSpc>
              <a:spcBef>
                <a:spcPts val="0"/>
              </a:spcBef>
              <a:buNone/>
              <a:defRPr sz="1800">
                <a:solidFill>
                  <a:schemeClr val="tx1"/>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Click to edit text</a:t>
            </a:r>
          </a:p>
        </p:txBody>
      </p:sp>
      <p:sp>
        <p:nvSpPr>
          <p:cNvPr id="7" name="Picture Placeholder 6">
            <a:extLst>
              <a:ext uri="{FF2B5EF4-FFF2-40B4-BE49-F238E27FC236}">
                <a16:creationId xmlns:a16="http://schemas.microsoft.com/office/drawing/2014/main" id="{9A66F217-0E52-4AD8-82BA-AB332C59638C}"/>
              </a:ext>
            </a:extLst>
          </p:cNvPr>
          <p:cNvSpPr>
            <a:spLocks noGrp="1"/>
          </p:cNvSpPr>
          <p:nvPr>
            <p:ph type="pic" sz="quarter" idx="15"/>
          </p:nvPr>
        </p:nvSpPr>
        <p:spPr>
          <a:xfrm>
            <a:off x="6997700" y="914400"/>
            <a:ext cx="4334256" cy="5093208"/>
          </a:xfrm>
          <a:prstGeom prst="rect">
            <a:avLst/>
          </a:prstGeom>
          <a:solidFill>
            <a:schemeClr val="accent3"/>
          </a:solidFill>
        </p:spPr>
        <p:txBody>
          <a:bodyPr anchor="ctr"/>
          <a:lstStyle>
            <a:lvl1pPr marL="0" indent="0" algn="ctr">
              <a:buNone/>
              <a:defRPr/>
            </a:lvl1pPr>
          </a:lstStyle>
          <a:p>
            <a:endParaRPr lang="en-US" dirty="0"/>
          </a:p>
        </p:txBody>
      </p:sp>
    </p:spTree>
    <p:extLst>
      <p:ext uri="{BB962C8B-B14F-4D97-AF65-F5344CB8AC3E}">
        <p14:creationId xmlns:p14="http://schemas.microsoft.com/office/powerpoint/2010/main" val="3180366801"/>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alette Amusements">
    <p:bg>
      <p:bgPr>
        <a:solidFill>
          <a:schemeClr val="bg1">
            <a:lumMod val="8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79CA9-81D6-424A-8046-4B56E1D25059}"/>
              </a:ext>
            </a:extLst>
          </p:cNvPr>
          <p:cNvSpPr>
            <a:spLocks noGrp="1"/>
          </p:cNvSpPr>
          <p:nvPr>
            <p:ph type="title" hasCustomPrompt="1"/>
          </p:nvPr>
        </p:nvSpPr>
        <p:spPr>
          <a:xfrm>
            <a:off x="457199" y="2569464"/>
            <a:ext cx="3619501" cy="1179576"/>
          </a:xfrm>
        </p:spPr>
        <p:txBody>
          <a:bodyPr anchor="b" anchorCtr="0">
            <a:normAutofit/>
          </a:bodyPr>
          <a:lstStyle>
            <a:lvl1pPr>
              <a:lnSpc>
                <a:spcPts val="4000"/>
              </a:lnSpc>
              <a:defRPr sz="3200"/>
            </a:lvl1pPr>
          </a:lstStyle>
          <a:p>
            <a:r>
              <a:rPr lang="en-US" dirty="0"/>
              <a:t>Click to edit title</a:t>
            </a:r>
          </a:p>
        </p:txBody>
      </p:sp>
      <p:sp>
        <p:nvSpPr>
          <p:cNvPr id="9" name="Picture Placeholder 8">
            <a:extLst>
              <a:ext uri="{FF2B5EF4-FFF2-40B4-BE49-F238E27FC236}">
                <a16:creationId xmlns:a16="http://schemas.microsoft.com/office/drawing/2014/main" id="{B2F51F73-5064-47F8-83FD-440E0ED1950B}"/>
              </a:ext>
            </a:extLst>
          </p:cNvPr>
          <p:cNvSpPr>
            <a:spLocks noGrp="1"/>
          </p:cNvSpPr>
          <p:nvPr>
            <p:ph type="pic" sz="quarter" idx="13"/>
          </p:nvPr>
        </p:nvSpPr>
        <p:spPr>
          <a:xfrm>
            <a:off x="4279392" y="1463040"/>
            <a:ext cx="1499616" cy="2194560"/>
          </a:xfrm>
          <a:prstGeom prst="rect">
            <a:avLst/>
          </a:prstGeom>
        </p:spPr>
        <p:txBody>
          <a:bodyPr/>
          <a:lstStyle>
            <a:lvl1pPr>
              <a:defRPr sz="2000"/>
            </a:lvl1pPr>
          </a:lstStyle>
          <a:p>
            <a:endParaRPr lang="en-US" dirty="0"/>
          </a:p>
        </p:txBody>
      </p:sp>
      <p:sp>
        <p:nvSpPr>
          <p:cNvPr id="18" name="Picture Placeholder 8">
            <a:extLst>
              <a:ext uri="{FF2B5EF4-FFF2-40B4-BE49-F238E27FC236}">
                <a16:creationId xmlns:a16="http://schemas.microsoft.com/office/drawing/2014/main" id="{06FF689A-8221-42E8-96D4-ED4D3AD501F8}"/>
              </a:ext>
            </a:extLst>
          </p:cNvPr>
          <p:cNvSpPr>
            <a:spLocks noGrp="1"/>
          </p:cNvSpPr>
          <p:nvPr>
            <p:ph type="pic" sz="quarter" idx="14"/>
          </p:nvPr>
        </p:nvSpPr>
        <p:spPr>
          <a:xfrm>
            <a:off x="6227064" y="1463040"/>
            <a:ext cx="1499616" cy="2194560"/>
          </a:xfrm>
          <a:prstGeom prst="rect">
            <a:avLst/>
          </a:prstGeom>
        </p:spPr>
        <p:txBody>
          <a:bodyPr/>
          <a:lstStyle>
            <a:lvl1pPr>
              <a:defRPr sz="2000"/>
            </a:lvl1pPr>
          </a:lstStyle>
          <a:p>
            <a:endParaRPr lang="en-US" dirty="0"/>
          </a:p>
        </p:txBody>
      </p:sp>
      <p:sp>
        <p:nvSpPr>
          <p:cNvPr id="19" name="Picture Placeholder 8">
            <a:extLst>
              <a:ext uri="{FF2B5EF4-FFF2-40B4-BE49-F238E27FC236}">
                <a16:creationId xmlns:a16="http://schemas.microsoft.com/office/drawing/2014/main" id="{96424DB2-4D46-493F-A5B8-8901EDA394F2}"/>
              </a:ext>
            </a:extLst>
          </p:cNvPr>
          <p:cNvSpPr>
            <a:spLocks noGrp="1"/>
          </p:cNvSpPr>
          <p:nvPr>
            <p:ph type="pic" sz="quarter" idx="15"/>
          </p:nvPr>
        </p:nvSpPr>
        <p:spPr>
          <a:xfrm>
            <a:off x="8174736" y="1463040"/>
            <a:ext cx="1499616" cy="2194560"/>
          </a:xfrm>
          <a:prstGeom prst="rect">
            <a:avLst/>
          </a:prstGeom>
        </p:spPr>
        <p:txBody>
          <a:bodyPr/>
          <a:lstStyle>
            <a:lvl1pPr>
              <a:defRPr sz="2000"/>
            </a:lvl1pPr>
          </a:lstStyle>
          <a:p>
            <a:endParaRPr lang="en-US" dirty="0"/>
          </a:p>
        </p:txBody>
      </p:sp>
      <p:sp>
        <p:nvSpPr>
          <p:cNvPr id="20" name="Picture Placeholder 8">
            <a:extLst>
              <a:ext uri="{FF2B5EF4-FFF2-40B4-BE49-F238E27FC236}">
                <a16:creationId xmlns:a16="http://schemas.microsoft.com/office/drawing/2014/main" id="{0AF2B6E1-5738-41B1-8C15-EA6715490140}"/>
              </a:ext>
            </a:extLst>
          </p:cNvPr>
          <p:cNvSpPr>
            <a:spLocks noGrp="1"/>
          </p:cNvSpPr>
          <p:nvPr>
            <p:ph type="pic" sz="quarter" idx="16"/>
          </p:nvPr>
        </p:nvSpPr>
        <p:spPr>
          <a:xfrm>
            <a:off x="10122408" y="1463040"/>
            <a:ext cx="1499616" cy="2194560"/>
          </a:xfrm>
          <a:prstGeom prst="rect">
            <a:avLst/>
          </a:prstGeom>
        </p:spPr>
        <p:txBody>
          <a:bodyPr/>
          <a:lstStyle>
            <a:lvl1pPr>
              <a:defRPr sz="2000"/>
            </a:lvl1pPr>
          </a:lstStyle>
          <a:p>
            <a:endParaRPr lang="en-US" dirty="0"/>
          </a:p>
        </p:txBody>
      </p:sp>
      <p:sp>
        <p:nvSpPr>
          <p:cNvPr id="21" name="Picture Placeholder 8">
            <a:extLst>
              <a:ext uri="{FF2B5EF4-FFF2-40B4-BE49-F238E27FC236}">
                <a16:creationId xmlns:a16="http://schemas.microsoft.com/office/drawing/2014/main" id="{6C8D73EB-347C-4E13-94C8-FA8FADE46559}"/>
              </a:ext>
            </a:extLst>
          </p:cNvPr>
          <p:cNvSpPr>
            <a:spLocks noGrp="1"/>
          </p:cNvSpPr>
          <p:nvPr>
            <p:ph type="pic" sz="quarter" idx="17"/>
          </p:nvPr>
        </p:nvSpPr>
        <p:spPr>
          <a:xfrm>
            <a:off x="4279392" y="4087368"/>
            <a:ext cx="1499616" cy="2194560"/>
          </a:xfrm>
          <a:prstGeom prst="rect">
            <a:avLst/>
          </a:prstGeom>
        </p:spPr>
        <p:txBody>
          <a:bodyPr/>
          <a:lstStyle>
            <a:lvl1pPr>
              <a:defRPr sz="2000"/>
            </a:lvl1pPr>
          </a:lstStyle>
          <a:p>
            <a:endParaRPr lang="en-US" dirty="0"/>
          </a:p>
        </p:txBody>
      </p:sp>
      <p:sp>
        <p:nvSpPr>
          <p:cNvPr id="22" name="Picture Placeholder 8">
            <a:extLst>
              <a:ext uri="{FF2B5EF4-FFF2-40B4-BE49-F238E27FC236}">
                <a16:creationId xmlns:a16="http://schemas.microsoft.com/office/drawing/2014/main" id="{9DFA5C56-9B47-4F87-8E12-30A936274F1B}"/>
              </a:ext>
            </a:extLst>
          </p:cNvPr>
          <p:cNvSpPr>
            <a:spLocks noGrp="1"/>
          </p:cNvSpPr>
          <p:nvPr>
            <p:ph type="pic" sz="quarter" idx="18"/>
          </p:nvPr>
        </p:nvSpPr>
        <p:spPr>
          <a:xfrm>
            <a:off x="6227064" y="4087368"/>
            <a:ext cx="1499616" cy="2194560"/>
          </a:xfrm>
          <a:prstGeom prst="rect">
            <a:avLst/>
          </a:prstGeom>
        </p:spPr>
        <p:txBody>
          <a:bodyPr/>
          <a:lstStyle>
            <a:lvl1pPr>
              <a:defRPr sz="2000"/>
            </a:lvl1pPr>
          </a:lstStyle>
          <a:p>
            <a:endParaRPr lang="en-US" dirty="0"/>
          </a:p>
        </p:txBody>
      </p:sp>
      <p:sp>
        <p:nvSpPr>
          <p:cNvPr id="23" name="Picture Placeholder 8">
            <a:extLst>
              <a:ext uri="{FF2B5EF4-FFF2-40B4-BE49-F238E27FC236}">
                <a16:creationId xmlns:a16="http://schemas.microsoft.com/office/drawing/2014/main" id="{1E3B5888-98ED-48E4-8AA8-5BAB43F8516C}"/>
              </a:ext>
            </a:extLst>
          </p:cNvPr>
          <p:cNvSpPr>
            <a:spLocks noGrp="1"/>
          </p:cNvSpPr>
          <p:nvPr>
            <p:ph type="pic" sz="quarter" idx="19"/>
          </p:nvPr>
        </p:nvSpPr>
        <p:spPr>
          <a:xfrm>
            <a:off x="8174736" y="4087368"/>
            <a:ext cx="1499616" cy="2194560"/>
          </a:xfrm>
          <a:prstGeom prst="rect">
            <a:avLst/>
          </a:prstGeom>
        </p:spPr>
        <p:txBody>
          <a:bodyPr/>
          <a:lstStyle>
            <a:lvl1pPr>
              <a:defRPr sz="2000"/>
            </a:lvl1pPr>
          </a:lstStyle>
          <a:p>
            <a:endParaRPr lang="en-US" dirty="0"/>
          </a:p>
        </p:txBody>
      </p:sp>
      <p:sp>
        <p:nvSpPr>
          <p:cNvPr id="24" name="Picture Placeholder 8">
            <a:extLst>
              <a:ext uri="{FF2B5EF4-FFF2-40B4-BE49-F238E27FC236}">
                <a16:creationId xmlns:a16="http://schemas.microsoft.com/office/drawing/2014/main" id="{569C9EE3-34D1-4DE0-B06C-2F6212F7C329}"/>
              </a:ext>
            </a:extLst>
          </p:cNvPr>
          <p:cNvSpPr>
            <a:spLocks noGrp="1"/>
          </p:cNvSpPr>
          <p:nvPr>
            <p:ph type="pic" sz="quarter" idx="20"/>
          </p:nvPr>
        </p:nvSpPr>
        <p:spPr>
          <a:xfrm>
            <a:off x="10122408" y="4087368"/>
            <a:ext cx="1499616" cy="2194560"/>
          </a:xfrm>
          <a:prstGeom prst="rect">
            <a:avLst/>
          </a:prstGeom>
        </p:spPr>
        <p:txBody>
          <a:bodyPr/>
          <a:lstStyle>
            <a:lvl1pPr>
              <a:defRPr sz="2000"/>
            </a:lvl1pPr>
          </a:lstStyle>
          <a:p>
            <a:endParaRPr lang="en-US" dirty="0"/>
          </a:p>
        </p:txBody>
      </p:sp>
    </p:spTree>
    <p:extLst>
      <p:ext uri="{BB962C8B-B14F-4D97-AF65-F5344CB8AC3E}">
        <p14:creationId xmlns:p14="http://schemas.microsoft.com/office/powerpoint/2010/main" val="15428899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mmersive palette Amusements">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3A3BC27-A809-4F76-931E-2DE01059A5AB}"/>
              </a:ext>
            </a:extLst>
          </p:cNvPr>
          <p:cNvSpPr/>
          <p:nvPr userDrawn="1"/>
        </p:nvSpPr>
        <p:spPr>
          <a:xfrm>
            <a:off x="6712974" y="1651000"/>
            <a:ext cx="460459" cy="5207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D96A5108-5EBA-43CE-BA4A-DA9EEF5D808A}"/>
              </a:ext>
            </a:extLst>
          </p:cNvPr>
          <p:cNvSpPr/>
          <p:nvPr userDrawn="1"/>
        </p:nvSpPr>
        <p:spPr>
          <a:xfrm>
            <a:off x="9271000" y="0"/>
            <a:ext cx="2921000" cy="53975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2712910-50D0-4906-AB08-F37D02F96D4A}"/>
              </a:ext>
            </a:extLst>
          </p:cNvPr>
          <p:cNvSpPr/>
          <p:nvPr userDrawn="1"/>
        </p:nvSpPr>
        <p:spPr>
          <a:xfrm>
            <a:off x="0" y="2387600"/>
            <a:ext cx="5461000" cy="215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DAC760C-BE23-4DA2-A294-3B5668F8AECA}"/>
              </a:ext>
            </a:extLst>
          </p:cNvPr>
          <p:cNvSpPr/>
          <p:nvPr userDrawn="1"/>
        </p:nvSpPr>
        <p:spPr>
          <a:xfrm>
            <a:off x="228600" y="241300"/>
            <a:ext cx="11772900" cy="6400800"/>
          </a:xfrm>
          <a:prstGeom prst="rect">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3379CA9-81D6-424A-8046-4B56E1D25059}"/>
              </a:ext>
            </a:extLst>
          </p:cNvPr>
          <p:cNvSpPr>
            <a:spLocks noGrp="1"/>
          </p:cNvSpPr>
          <p:nvPr>
            <p:ph type="title"/>
          </p:nvPr>
        </p:nvSpPr>
        <p:spPr>
          <a:xfrm>
            <a:off x="457199" y="914400"/>
            <a:ext cx="5605272" cy="1572126"/>
          </a:xfrm>
        </p:spPr>
        <p:txBody>
          <a:bodyPr anchor="ctr" anchorCtr="0"/>
          <a:lstStyle>
            <a:lvl1pPr>
              <a:defRPr>
                <a:solidFill>
                  <a:schemeClr val="bg1"/>
                </a:solidFill>
              </a:defRPr>
            </a:lvl1pPr>
          </a:lstStyle>
          <a:p>
            <a:r>
              <a:rPr lang="en-US" dirty="0"/>
              <a:t>Click to edit Master title style</a:t>
            </a:r>
          </a:p>
        </p:txBody>
      </p:sp>
      <p:sp>
        <p:nvSpPr>
          <p:cNvPr id="10" name="Text Placeholder 9">
            <a:extLst>
              <a:ext uri="{FF2B5EF4-FFF2-40B4-BE49-F238E27FC236}">
                <a16:creationId xmlns:a16="http://schemas.microsoft.com/office/drawing/2014/main" id="{2A60302F-65DB-4E93-B6C3-49E64C44FB53}"/>
              </a:ext>
            </a:extLst>
          </p:cNvPr>
          <p:cNvSpPr>
            <a:spLocks noGrp="1"/>
          </p:cNvSpPr>
          <p:nvPr>
            <p:ph type="body" sz="quarter" idx="14" hasCustomPrompt="1"/>
          </p:nvPr>
        </p:nvSpPr>
        <p:spPr>
          <a:xfrm>
            <a:off x="457200" y="3072384"/>
            <a:ext cx="4946904" cy="2871216"/>
          </a:xfrm>
          <a:prstGeom prst="rect">
            <a:avLst/>
          </a:prstGeom>
        </p:spPr>
        <p:txBody>
          <a:bodyPr/>
          <a:lstStyle>
            <a:lvl1pPr marL="0" indent="0">
              <a:lnSpc>
                <a:spcPts val="3000"/>
              </a:lnSpc>
              <a:spcBef>
                <a:spcPts val="0"/>
              </a:spcBef>
              <a:buNone/>
              <a:defRPr sz="1800">
                <a:solidFill>
                  <a:schemeClr val="bg1"/>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Click to edit text</a:t>
            </a:r>
          </a:p>
        </p:txBody>
      </p:sp>
      <p:sp>
        <p:nvSpPr>
          <p:cNvPr id="7" name="Picture Placeholder 6">
            <a:extLst>
              <a:ext uri="{FF2B5EF4-FFF2-40B4-BE49-F238E27FC236}">
                <a16:creationId xmlns:a16="http://schemas.microsoft.com/office/drawing/2014/main" id="{9A66F217-0E52-4AD8-82BA-AB332C59638C}"/>
              </a:ext>
            </a:extLst>
          </p:cNvPr>
          <p:cNvSpPr>
            <a:spLocks noGrp="1"/>
          </p:cNvSpPr>
          <p:nvPr>
            <p:ph type="pic" sz="quarter" idx="15"/>
          </p:nvPr>
        </p:nvSpPr>
        <p:spPr>
          <a:xfrm>
            <a:off x="7178040" y="457200"/>
            <a:ext cx="4562856" cy="6400800"/>
          </a:xfrm>
          <a:prstGeom prst="rect">
            <a:avLst/>
          </a:prstGeom>
          <a:solidFill>
            <a:schemeClr val="accent5">
              <a:lumMod val="20000"/>
              <a:lumOff val="80000"/>
            </a:schemeClr>
          </a:solidFill>
        </p:spPr>
        <p:txBody>
          <a:bodyPr anchor="ctr"/>
          <a:lstStyle>
            <a:lvl1pPr marL="0" indent="0" algn="ctr">
              <a:buNone/>
              <a:defRPr/>
            </a:lvl1pPr>
          </a:lstStyle>
          <a:p>
            <a:endParaRPr lang="en-US" dirty="0"/>
          </a:p>
        </p:txBody>
      </p:sp>
    </p:spTree>
    <p:extLst>
      <p:ext uri="{BB962C8B-B14F-4D97-AF65-F5344CB8AC3E}">
        <p14:creationId xmlns:p14="http://schemas.microsoft.com/office/powerpoint/2010/main" val="4037176041"/>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9.xml"/><Relationship Id="rId1" Type="http://schemas.openxmlformats.org/officeDocument/2006/relationships/slideLayout" Target="../slideLayouts/slideLayout8.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1.xml"/><Relationship Id="rId1"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80DF88-AC53-41A3-8067-D7E6D5DB195F}"/>
              </a:ext>
            </a:extLst>
          </p:cNvPr>
          <p:cNvSpPr>
            <a:spLocks noGrp="1"/>
          </p:cNvSpPr>
          <p:nvPr>
            <p:ph type="title"/>
          </p:nvPr>
        </p:nvSpPr>
        <p:spPr>
          <a:xfrm>
            <a:off x="457199" y="914400"/>
            <a:ext cx="11174819" cy="903767"/>
          </a:xfrm>
          <a:prstGeom prst="rect">
            <a:avLst/>
          </a:prstGeom>
        </p:spPr>
        <p:txBody>
          <a:bodyPr vert="horz" lIns="91440" tIns="45720" rIns="91440" bIns="45720" rtlCol="0" anchor="ctr">
            <a:normAutofit/>
          </a:bodyPr>
          <a:lstStyle/>
          <a:p>
            <a:r>
              <a:rPr lang="en-US"/>
              <a:t>Click to edit Master title style</a:t>
            </a:r>
          </a:p>
        </p:txBody>
      </p:sp>
      <p:sp>
        <p:nvSpPr>
          <p:cNvPr id="4" name="Date Placeholder 3">
            <a:extLst>
              <a:ext uri="{FF2B5EF4-FFF2-40B4-BE49-F238E27FC236}">
                <a16:creationId xmlns:a16="http://schemas.microsoft.com/office/drawing/2014/main" id="{EA4755C1-18CC-4FD3-A030-3DAF469919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310904-DE8F-4B8E-99C6-5AFA03672FFA}" type="datetimeFigureOut">
              <a:rPr lang="en-US" smtClean="0"/>
              <a:t>12/18/2023</a:t>
            </a:fld>
            <a:endParaRPr lang="en-US" dirty="0"/>
          </a:p>
        </p:txBody>
      </p:sp>
      <p:sp>
        <p:nvSpPr>
          <p:cNvPr id="5" name="Footer Placeholder 4">
            <a:extLst>
              <a:ext uri="{FF2B5EF4-FFF2-40B4-BE49-F238E27FC236}">
                <a16:creationId xmlns:a16="http://schemas.microsoft.com/office/drawing/2014/main" id="{A8E029F1-B791-445F-A184-90CC7A1BEC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5AD98767-7C9E-42DE-9782-D932A0FF1B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5FADE3-B84E-4AF7-91CC-AB47E1A43619}" type="slidenum">
              <a:rPr lang="en-US" smtClean="0"/>
              <a:t>‹#›</a:t>
            </a:fld>
            <a:endParaRPr lang="en-US" dirty="0"/>
          </a:p>
        </p:txBody>
      </p:sp>
    </p:spTree>
    <p:extLst>
      <p:ext uri="{BB962C8B-B14F-4D97-AF65-F5344CB8AC3E}">
        <p14:creationId xmlns:p14="http://schemas.microsoft.com/office/powerpoint/2010/main" val="2263488725"/>
      </p:ext>
    </p:extLst>
  </p:cSld>
  <p:clrMap bg1="lt1" tx1="dk1" bg2="lt2" tx2="dk2" accent1="accent1" accent2="accent2" accent3="accent3" accent4="accent4" accent5="accent5" accent6="accent6" hlink="hlink" folHlink="folHlink"/>
  <p:sldLayoutIdLst>
    <p:sldLayoutId id="2147483688" r:id="rId1"/>
    <p:sldLayoutId id="2147483700" r:id="rId2"/>
    <p:sldLayoutId id="2147483701" r:id="rId3"/>
    <p:sldLayoutId id="2147483702" r:id="rId4"/>
    <p:sldLayoutId id="2147483662" r:id="rId5"/>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112" userDrawn="1">
          <p15:clr>
            <a:srgbClr val="F26B43"/>
          </p15:clr>
        </p15:guide>
        <p15:guide id="2" pos="2568" userDrawn="1">
          <p15:clr>
            <a:srgbClr val="F26B43"/>
          </p15:clr>
        </p15:guide>
        <p15:guide id="3" pos="288" userDrawn="1">
          <p15:clr>
            <a:srgbClr val="5ACBF0"/>
          </p15:clr>
        </p15:guide>
        <p15:guide id="4" pos="7392" userDrawn="1">
          <p15:clr>
            <a:srgbClr val="5ACBF0"/>
          </p15:clr>
        </p15:guide>
        <p15:guide id="5" orient="horz" pos="576" userDrawn="1">
          <p15:clr>
            <a:srgbClr val="5ACBF0"/>
          </p15:clr>
        </p15:guide>
        <p15:guide id="6" orient="horz" pos="3744" userDrawn="1">
          <p15:clr>
            <a:srgbClr val="5ACBF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80DF88-AC53-41A3-8067-D7E6D5DB195F}"/>
              </a:ext>
            </a:extLst>
          </p:cNvPr>
          <p:cNvSpPr>
            <a:spLocks noGrp="1"/>
          </p:cNvSpPr>
          <p:nvPr>
            <p:ph type="title"/>
          </p:nvPr>
        </p:nvSpPr>
        <p:spPr>
          <a:xfrm>
            <a:off x="457199" y="914400"/>
            <a:ext cx="11174819" cy="903767"/>
          </a:xfrm>
          <a:prstGeom prst="rect">
            <a:avLst/>
          </a:prstGeom>
        </p:spPr>
        <p:txBody>
          <a:bodyPr vert="horz" lIns="91440" tIns="45720" rIns="91440" bIns="45720" rtlCol="0" anchor="ctr">
            <a:normAutofit/>
          </a:bodyPr>
          <a:lstStyle/>
          <a:p>
            <a:r>
              <a:rPr lang="en-US"/>
              <a:t>Click to edit Master title style</a:t>
            </a:r>
          </a:p>
        </p:txBody>
      </p:sp>
      <p:sp>
        <p:nvSpPr>
          <p:cNvPr id="4" name="Date Placeholder 3">
            <a:extLst>
              <a:ext uri="{FF2B5EF4-FFF2-40B4-BE49-F238E27FC236}">
                <a16:creationId xmlns:a16="http://schemas.microsoft.com/office/drawing/2014/main" id="{EA4755C1-18CC-4FD3-A030-3DAF469919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310904-DE8F-4B8E-99C6-5AFA03672FFA}" type="datetimeFigureOut">
              <a:rPr lang="en-US" smtClean="0"/>
              <a:t>12/18/2023</a:t>
            </a:fld>
            <a:endParaRPr lang="en-US" dirty="0"/>
          </a:p>
        </p:txBody>
      </p:sp>
      <p:sp>
        <p:nvSpPr>
          <p:cNvPr id="5" name="Footer Placeholder 4">
            <a:extLst>
              <a:ext uri="{FF2B5EF4-FFF2-40B4-BE49-F238E27FC236}">
                <a16:creationId xmlns:a16="http://schemas.microsoft.com/office/drawing/2014/main" id="{A8E029F1-B791-445F-A184-90CC7A1BEC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5AD98767-7C9E-42DE-9782-D932A0FF1B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5FADE3-B84E-4AF7-91CC-AB47E1A43619}" type="slidenum">
              <a:rPr lang="en-US" smtClean="0"/>
              <a:t>‹#›</a:t>
            </a:fld>
            <a:endParaRPr lang="en-US" dirty="0"/>
          </a:p>
        </p:txBody>
      </p:sp>
    </p:spTree>
    <p:extLst>
      <p:ext uri="{BB962C8B-B14F-4D97-AF65-F5344CB8AC3E}">
        <p14:creationId xmlns:p14="http://schemas.microsoft.com/office/powerpoint/2010/main" val="2911603562"/>
      </p:ext>
    </p:extLst>
  </p:cSld>
  <p:clrMap bg1="lt1" tx1="dk1" bg2="lt2" tx2="dk2" accent1="accent1" accent2="accent2" accent3="accent3" accent4="accent4" accent5="accent5" accent6="accent6" hlink="hlink" folHlink="folHlink"/>
  <p:sldLayoutIdLst>
    <p:sldLayoutId id="2147483729" r:id="rId1"/>
    <p:sldLayoutId id="2147483711" r:id="rId2"/>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112" userDrawn="1">
          <p15:clr>
            <a:srgbClr val="F26B43"/>
          </p15:clr>
        </p15:guide>
        <p15:guide id="2" pos="2568" userDrawn="1">
          <p15:clr>
            <a:srgbClr val="F26B43"/>
          </p15:clr>
        </p15:guide>
        <p15:guide id="3" pos="288" userDrawn="1">
          <p15:clr>
            <a:srgbClr val="5ACBF0"/>
          </p15:clr>
        </p15:guide>
        <p15:guide id="4" pos="7392" userDrawn="1">
          <p15:clr>
            <a:srgbClr val="5ACBF0"/>
          </p15:clr>
        </p15:guide>
        <p15:guide id="5" orient="horz" pos="576" userDrawn="1">
          <p15:clr>
            <a:srgbClr val="5ACBF0"/>
          </p15:clr>
        </p15:guide>
        <p15:guide id="6" orient="horz" pos="3744" userDrawn="1">
          <p15:clr>
            <a:srgbClr val="5ACBF0"/>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80DF88-AC53-41A3-8067-D7E6D5DB195F}"/>
              </a:ext>
            </a:extLst>
          </p:cNvPr>
          <p:cNvSpPr>
            <a:spLocks noGrp="1"/>
          </p:cNvSpPr>
          <p:nvPr>
            <p:ph type="title"/>
          </p:nvPr>
        </p:nvSpPr>
        <p:spPr>
          <a:xfrm>
            <a:off x="457199" y="914400"/>
            <a:ext cx="11174819" cy="903767"/>
          </a:xfrm>
          <a:prstGeom prst="rect">
            <a:avLst/>
          </a:prstGeom>
        </p:spPr>
        <p:txBody>
          <a:bodyPr vert="horz" lIns="91440" tIns="45720" rIns="91440" bIns="45720" rtlCol="0" anchor="ctr">
            <a:normAutofit/>
          </a:bodyPr>
          <a:lstStyle/>
          <a:p>
            <a:r>
              <a:rPr lang="en-US"/>
              <a:t>Click to edit Master title style</a:t>
            </a:r>
          </a:p>
        </p:txBody>
      </p:sp>
      <p:sp>
        <p:nvSpPr>
          <p:cNvPr id="4" name="Date Placeholder 3">
            <a:extLst>
              <a:ext uri="{FF2B5EF4-FFF2-40B4-BE49-F238E27FC236}">
                <a16:creationId xmlns:a16="http://schemas.microsoft.com/office/drawing/2014/main" id="{EA4755C1-18CC-4FD3-A030-3DAF469919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310904-DE8F-4B8E-99C6-5AFA03672FFA}" type="datetimeFigureOut">
              <a:rPr lang="en-US" smtClean="0"/>
              <a:t>12/18/2023</a:t>
            </a:fld>
            <a:endParaRPr lang="en-US" dirty="0"/>
          </a:p>
        </p:txBody>
      </p:sp>
      <p:sp>
        <p:nvSpPr>
          <p:cNvPr id="5" name="Footer Placeholder 4">
            <a:extLst>
              <a:ext uri="{FF2B5EF4-FFF2-40B4-BE49-F238E27FC236}">
                <a16:creationId xmlns:a16="http://schemas.microsoft.com/office/drawing/2014/main" id="{A8E029F1-B791-445F-A184-90CC7A1BEC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5AD98767-7C9E-42DE-9782-D932A0FF1B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5FADE3-B84E-4AF7-91CC-AB47E1A43619}" type="slidenum">
              <a:rPr lang="en-US" smtClean="0"/>
              <a:t>‹#›</a:t>
            </a:fld>
            <a:endParaRPr lang="en-US" dirty="0"/>
          </a:p>
        </p:txBody>
      </p:sp>
    </p:spTree>
    <p:extLst>
      <p:ext uri="{BB962C8B-B14F-4D97-AF65-F5344CB8AC3E}">
        <p14:creationId xmlns:p14="http://schemas.microsoft.com/office/powerpoint/2010/main" val="1044508539"/>
      </p:ext>
    </p:extLst>
  </p:cSld>
  <p:clrMap bg1="lt1" tx1="dk1" bg2="lt2" tx2="dk2" accent1="accent1" accent2="accent2" accent3="accent3" accent4="accent4" accent5="accent5" accent6="accent6" hlink="hlink" folHlink="folHlink"/>
  <p:sldLayoutIdLst>
    <p:sldLayoutId id="2147483730" r:id="rId1"/>
    <p:sldLayoutId id="2147483723" r:id="rId2"/>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112" userDrawn="1">
          <p15:clr>
            <a:srgbClr val="F26B43"/>
          </p15:clr>
        </p15:guide>
        <p15:guide id="2" pos="2568" userDrawn="1">
          <p15:clr>
            <a:srgbClr val="F26B43"/>
          </p15:clr>
        </p15:guide>
        <p15:guide id="3" pos="288" userDrawn="1">
          <p15:clr>
            <a:srgbClr val="5ACBF0"/>
          </p15:clr>
        </p15:guide>
        <p15:guide id="4" pos="7392" userDrawn="1">
          <p15:clr>
            <a:srgbClr val="5ACBF0"/>
          </p15:clr>
        </p15:guide>
        <p15:guide id="5" orient="horz" pos="576" userDrawn="1">
          <p15:clr>
            <a:srgbClr val="5ACBF0"/>
          </p15:clr>
        </p15:guide>
        <p15:guide id="6" orient="horz" pos="3744" userDrawn="1">
          <p15:clr>
            <a:srgbClr val="5ACBF0"/>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80DF88-AC53-41A3-8067-D7E6D5DB195F}"/>
              </a:ext>
            </a:extLst>
          </p:cNvPr>
          <p:cNvSpPr>
            <a:spLocks noGrp="1"/>
          </p:cNvSpPr>
          <p:nvPr>
            <p:ph type="title"/>
          </p:nvPr>
        </p:nvSpPr>
        <p:spPr>
          <a:xfrm>
            <a:off x="457199" y="914400"/>
            <a:ext cx="11174819" cy="903767"/>
          </a:xfrm>
          <a:prstGeom prst="rect">
            <a:avLst/>
          </a:prstGeom>
        </p:spPr>
        <p:txBody>
          <a:bodyPr vert="horz" lIns="91440" tIns="45720" rIns="91440" bIns="45720" rtlCol="0" anchor="ctr">
            <a:normAutofit/>
          </a:bodyPr>
          <a:lstStyle/>
          <a:p>
            <a:r>
              <a:rPr lang="en-US"/>
              <a:t>Click to edit Master title style</a:t>
            </a:r>
          </a:p>
        </p:txBody>
      </p:sp>
      <p:sp>
        <p:nvSpPr>
          <p:cNvPr id="4" name="Date Placeholder 3">
            <a:extLst>
              <a:ext uri="{FF2B5EF4-FFF2-40B4-BE49-F238E27FC236}">
                <a16:creationId xmlns:a16="http://schemas.microsoft.com/office/drawing/2014/main" id="{EA4755C1-18CC-4FD3-A030-3DAF469919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310904-DE8F-4B8E-99C6-5AFA03672FFA}" type="datetimeFigureOut">
              <a:rPr lang="en-US" smtClean="0"/>
              <a:t>12/18/2023</a:t>
            </a:fld>
            <a:endParaRPr lang="en-US" dirty="0"/>
          </a:p>
        </p:txBody>
      </p:sp>
      <p:sp>
        <p:nvSpPr>
          <p:cNvPr id="5" name="Footer Placeholder 4">
            <a:extLst>
              <a:ext uri="{FF2B5EF4-FFF2-40B4-BE49-F238E27FC236}">
                <a16:creationId xmlns:a16="http://schemas.microsoft.com/office/drawing/2014/main" id="{A8E029F1-B791-445F-A184-90CC7A1BEC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5AD98767-7C9E-42DE-9782-D932A0FF1B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5FADE3-B84E-4AF7-91CC-AB47E1A43619}" type="slidenum">
              <a:rPr lang="en-US" smtClean="0"/>
              <a:t>‹#›</a:t>
            </a:fld>
            <a:endParaRPr lang="en-US" dirty="0"/>
          </a:p>
        </p:txBody>
      </p:sp>
    </p:spTree>
    <p:extLst>
      <p:ext uri="{BB962C8B-B14F-4D97-AF65-F5344CB8AC3E}">
        <p14:creationId xmlns:p14="http://schemas.microsoft.com/office/powerpoint/2010/main" val="2032013640"/>
      </p:ext>
    </p:extLst>
  </p:cSld>
  <p:clrMap bg1="lt1" tx1="dk1" bg2="lt2" tx2="dk2" accent1="accent1" accent2="accent2" accent3="accent3" accent4="accent4" accent5="accent5" accent6="accent6" hlink="hlink" folHlink="folHlink"/>
  <p:sldLayoutIdLst>
    <p:sldLayoutId id="2147483731" r:id="rId1"/>
    <p:sldLayoutId id="2147483704" r:id="rId2"/>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112" userDrawn="1">
          <p15:clr>
            <a:srgbClr val="F26B43"/>
          </p15:clr>
        </p15:guide>
        <p15:guide id="2" pos="2568" userDrawn="1">
          <p15:clr>
            <a:srgbClr val="F26B43"/>
          </p15:clr>
        </p15:guide>
        <p15:guide id="3" pos="288" userDrawn="1">
          <p15:clr>
            <a:srgbClr val="5ACBF0"/>
          </p15:clr>
        </p15:guide>
        <p15:guide id="4" pos="7392" userDrawn="1">
          <p15:clr>
            <a:srgbClr val="5ACBF0"/>
          </p15:clr>
        </p15:guide>
        <p15:guide id="5" orient="horz" pos="576" userDrawn="1">
          <p15:clr>
            <a:srgbClr val="5ACBF0"/>
          </p15:clr>
        </p15:guide>
        <p15:guide id="6" orient="horz" pos="3744" userDrawn="1">
          <p15:clr>
            <a:srgbClr val="5ACBF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8" Type="http://schemas.openxmlformats.org/officeDocument/2006/relationships/image" Target="../media/image11.jpg"/><Relationship Id="rId3" Type="http://schemas.openxmlformats.org/officeDocument/2006/relationships/image" Target="../media/image6.jpg"/><Relationship Id="rId7" Type="http://schemas.openxmlformats.org/officeDocument/2006/relationships/image" Target="../media/image10.jpg"/><Relationship Id="rId2" Type="http://schemas.openxmlformats.org/officeDocument/2006/relationships/image" Target="../media/image5.jpg"/><Relationship Id="rId1" Type="http://schemas.openxmlformats.org/officeDocument/2006/relationships/slideLayout" Target="../slideLayouts/slideLayout3.xml"/><Relationship Id="rId6" Type="http://schemas.openxmlformats.org/officeDocument/2006/relationships/image" Target="../media/image9.jpg"/><Relationship Id="rId5" Type="http://schemas.openxmlformats.org/officeDocument/2006/relationships/image" Target="../media/image8.jpg"/><Relationship Id="rId4" Type="http://schemas.openxmlformats.org/officeDocument/2006/relationships/image" Target="../media/image7.jpg"/><Relationship Id="rId9" Type="http://schemas.openxmlformats.org/officeDocument/2006/relationships/image" Target="../media/image12.jpg"/></Relationships>
</file>

<file path=ppt/slides/_rels/slide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s://resumego.blogspot.com/1999/11/computer-me-resume-kaise-banaye.html" TargetMode="External"/><Relationship Id="rId2" Type="http://schemas.openxmlformats.org/officeDocument/2006/relationships/image" Target="../media/image14.jpg"/><Relationship Id="rId1" Type="http://schemas.openxmlformats.org/officeDocument/2006/relationships/slideLayout" Target="../slideLayouts/slideLayout7.xml"/><Relationship Id="rId4" Type="http://schemas.openxmlformats.org/officeDocument/2006/relationships/hyperlink" Target="https://creativecommons.org/licenses/by/3.0/"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https://animatedjobs.com/animationjobs/vital-soft-skills-every-successful-animator-needs-to-have/" TargetMode="External"/><Relationship Id="rId2" Type="http://schemas.openxmlformats.org/officeDocument/2006/relationships/image" Target="../media/image16.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hyperlink" Target="https://stileex.xyz/en/types-computer-software/" TargetMode="External"/><Relationship Id="rId2" Type="http://schemas.openxmlformats.org/officeDocument/2006/relationships/image" Target="../media/image17.jpeg"/><Relationship Id="rId1" Type="http://schemas.openxmlformats.org/officeDocument/2006/relationships/slideLayout" Target="../slideLayouts/slideLayout6.xml"/><Relationship Id="rId5" Type="http://schemas.openxmlformats.org/officeDocument/2006/relationships/hyperlink" Target="http://tex.stackexchange.com/questions/238898/in-line-graphics-in-text-to-represent-a-loading-bar-for-language-skills-in-a-cv" TargetMode="External"/><Relationship Id="rId4" Type="http://schemas.openxmlformats.org/officeDocument/2006/relationships/image" Target="../media/image18.jpg"/></Relationships>
</file>

<file path=ppt/slides/_rels/slide14.xml.rels><?xml version="1.0" encoding="UTF-8" standalone="yes"?>
<Relationships xmlns="http://schemas.openxmlformats.org/package/2006/relationships"><Relationship Id="rId3" Type="http://schemas.openxmlformats.org/officeDocument/2006/relationships/image" Target="../media/image20.jpg"/><Relationship Id="rId7" Type="http://schemas.openxmlformats.org/officeDocument/2006/relationships/image" Target="../media/image24.jpg"/><Relationship Id="rId2" Type="http://schemas.openxmlformats.org/officeDocument/2006/relationships/image" Target="../media/image19.jpg"/><Relationship Id="rId1" Type="http://schemas.openxmlformats.org/officeDocument/2006/relationships/slideLayout" Target="../slideLayouts/slideLayout10.xml"/><Relationship Id="rId6" Type="http://schemas.openxmlformats.org/officeDocument/2006/relationships/image" Target="../media/image23.jpg"/><Relationship Id="rId5" Type="http://schemas.openxmlformats.org/officeDocument/2006/relationships/image" Target="../media/image22.jpg"/><Relationship Id="rId4" Type="http://schemas.openxmlformats.org/officeDocument/2006/relationships/image" Target="../media/image21.jpg"/></Relationships>
</file>

<file path=ppt/slides/_rels/slide15.xml.rels><?xml version="1.0" encoding="UTF-8" standalone="yes"?>
<Relationships xmlns="http://schemas.openxmlformats.org/package/2006/relationships"><Relationship Id="rId3" Type="http://schemas.openxmlformats.org/officeDocument/2006/relationships/hyperlink" Target="https://ecampusontario.pressbooks.pub/writingcorrections/chapter/sample-chapter/" TargetMode="External"/><Relationship Id="rId2" Type="http://schemas.openxmlformats.org/officeDocument/2006/relationships/image" Target="../media/image25.jpg"/><Relationship Id="rId1" Type="http://schemas.openxmlformats.org/officeDocument/2006/relationships/slideLayout" Target="../slideLayouts/slideLayout11.xml"/><Relationship Id="rId4" Type="http://schemas.openxmlformats.org/officeDocument/2006/relationships/hyperlink" Target="https://creativecommons.org/licenses/by/3.0/"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ecampusontario.pressbooks.pub/writingcorrections/chapter/sample-chapter/" TargetMode="External"/><Relationship Id="rId2" Type="http://schemas.openxmlformats.org/officeDocument/2006/relationships/image" Target="../media/image26.jpg"/><Relationship Id="rId1" Type="http://schemas.openxmlformats.org/officeDocument/2006/relationships/slideLayout" Target="../slideLayouts/slideLayout11.xml"/><Relationship Id="rId4" Type="http://schemas.openxmlformats.org/officeDocument/2006/relationships/hyperlink" Target="https://creativecommons.org/licenses/by/3.0/" TargetMode="External"/></Relationships>
</file>

<file path=ppt/slides/_rels/slide17.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hyperlink" Target="https://www.indeed.com/career-advice/resumes-cover-letters/how-to-write-a-cover-letter" TargetMode="Externa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hyperlink" Target="https://nancysblog-seeker.blogspot.com/2012_11_01_archive.html" TargetMode="External"/><Relationship Id="rId2" Type="http://schemas.openxmlformats.org/officeDocument/2006/relationships/image" Target="../media/image28.jpg"/><Relationship Id="rId1" Type="http://schemas.openxmlformats.org/officeDocument/2006/relationships/slideLayout" Target="../slideLayouts/slideLayout1.xml"/><Relationship Id="rId4" Type="http://schemas.openxmlformats.org/officeDocument/2006/relationships/hyperlink" Target="https://creativecommons.org/licenses/by-nc-sa/3.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Abstract image of curvy lines">
            <a:extLst>
              <a:ext uri="{FF2B5EF4-FFF2-40B4-BE49-F238E27FC236}">
                <a16:creationId xmlns:a16="http://schemas.microsoft.com/office/drawing/2014/main" id="{81F59575-96AE-45B0-B1FB-3CFC139E9D12}"/>
              </a:ext>
            </a:extLst>
          </p:cNvPr>
          <p:cNvPicPr>
            <a:picLocks noGrp="1" noChangeAspect="1"/>
          </p:cNvPicPr>
          <p:nvPr>
            <p:ph type="pic" sz="quarter" idx="13"/>
          </p:nvPr>
        </p:nvPicPr>
        <p:blipFill>
          <a:blip r:embed="rId3"/>
          <a:srcRect/>
          <a:stretch/>
        </p:blipFill>
        <p:spPr>
          <a:xfrm>
            <a:off x="450" y="1"/>
            <a:ext cx="12191550" cy="6857999"/>
          </a:xfrm>
        </p:spPr>
      </p:pic>
      <p:sp>
        <p:nvSpPr>
          <p:cNvPr id="4" name="Title 3">
            <a:extLst>
              <a:ext uri="{FF2B5EF4-FFF2-40B4-BE49-F238E27FC236}">
                <a16:creationId xmlns:a16="http://schemas.microsoft.com/office/drawing/2014/main" id="{08347D8D-E852-43D5-858E-2D01BE57FA93}"/>
              </a:ext>
            </a:extLst>
          </p:cNvPr>
          <p:cNvSpPr>
            <a:spLocks noGrp="1"/>
          </p:cNvSpPr>
          <p:nvPr>
            <p:ph type="title"/>
          </p:nvPr>
        </p:nvSpPr>
        <p:spPr>
          <a:xfrm>
            <a:off x="-1" y="636104"/>
            <a:ext cx="6581554" cy="1371600"/>
          </a:xfrm>
        </p:spPr>
        <p:txBody>
          <a:bodyPr anchor="t" anchorCtr="0">
            <a:normAutofit/>
          </a:bodyPr>
          <a:lstStyle/>
          <a:p>
            <a:r>
              <a:rPr lang="en-US" dirty="0"/>
              <a:t>Career coaching center </a:t>
            </a:r>
            <a:r>
              <a:rPr lang="en-US" dirty="0" err="1"/>
              <a:t>yangon</a:t>
            </a:r>
            <a:r>
              <a:rPr lang="en-US" dirty="0"/>
              <a:t> – Singapore   </a:t>
            </a:r>
          </a:p>
        </p:txBody>
      </p:sp>
      <p:sp>
        <p:nvSpPr>
          <p:cNvPr id="5" name="Title 3">
            <a:extLst>
              <a:ext uri="{FF2B5EF4-FFF2-40B4-BE49-F238E27FC236}">
                <a16:creationId xmlns:a16="http://schemas.microsoft.com/office/drawing/2014/main" id="{C83BBF8A-7B92-9BE2-69FA-0CEF641DEC19}"/>
              </a:ext>
            </a:extLst>
          </p:cNvPr>
          <p:cNvSpPr txBox="1">
            <a:spLocks/>
          </p:cNvSpPr>
          <p:nvPr/>
        </p:nvSpPr>
        <p:spPr>
          <a:xfrm>
            <a:off x="8756336" y="3572643"/>
            <a:ext cx="3246333" cy="1868038"/>
          </a:xfrm>
          <a:prstGeom prst="rect">
            <a:avLst/>
          </a:prstGeom>
        </p:spPr>
        <p:txBody>
          <a:bodyPr vert="horz" lIns="91440" tIns="45720" rIns="91440" bIns="45720" rtlCol="0" anchor="t" anchorCtr="0">
            <a:normAutofit/>
          </a:bodyPr>
          <a:lstStyle>
            <a:lvl1pPr algn="l" defTabSz="914400" rtl="0" eaLnBrk="1" latinLnBrk="0" hangingPunct="1">
              <a:lnSpc>
                <a:spcPts val="4600"/>
              </a:lnSpc>
              <a:spcBef>
                <a:spcPct val="0"/>
              </a:spcBef>
              <a:buNone/>
              <a:defRPr sz="3600" kern="1200" cap="all" baseline="0">
                <a:solidFill>
                  <a:schemeClr val="bg1"/>
                </a:solidFill>
                <a:latin typeface="+mj-lt"/>
                <a:ea typeface="+mj-ea"/>
                <a:cs typeface="+mj-cs"/>
              </a:defRPr>
            </a:lvl1pPr>
          </a:lstStyle>
          <a:p>
            <a:r>
              <a:rPr lang="en-US" sz="1800" dirty="0"/>
              <a:t>MR Nay Zaw Aung</a:t>
            </a:r>
          </a:p>
          <a:p>
            <a:r>
              <a:rPr lang="en-US" sz="1800" dirty="0"/>
              <a:t>MISS </a:t>
            </a:r>
            <a:r>
              <a:rPr lang="en-US" sz="1800" dirty="0" err="1"/>
              <a:t>Khaing</a:t>
            </a:r>
            <a:r>
              <a:rPr lang="en-US" sz="1800" dirty="0"/>
              <a:t> </a:t>
            </a:r>
            <a:r>
              <a:rPr lang="en-US" sz="1800" dirty="0" err="1"/>
              <a:t>Su</a:t>
            </a:r>
            <a:endParaRPr lang="en-US" sz="1800" dirty="0"/>
          </a:p>
          <a:p>
            <a:endParaRPr lang="en-US" sz="1800" dirty="0"/>
          </a:p>
          <a:p>
            <a:endParaRPr lang="en-US" dirty="0"/>
          </a:p>
          <a:p>
            <a:endParaRPr lang="en-US" dirty="0"/>
          </a:p>
        </p:txBody>
      </p:sp>
    </p:spTree>
    <p:extLst>
      <p:ext uri="{BB962C8B-B14F-4D97-AF65-F5344CB8AC3E}">
        <p14:creationId xmlns:p14="http://schemas.microsoft.com/office/powerpoint/2010/main" val="1558315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 calcmode="lin" valueType="num">
                                      <p:cBhvr additive="base">
                                        <p:cTn id="11"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A person standing on a rock while looking at the ocean wave with outstretched arms">
            <a:extLst>
              <a:ext uri="{FF2B5EF4-FFF2-40B4-BE49-F238E27FC236}">
                <a16:creationId xmlns:a16="http://schemas.microsoft.com/office/drawing/2014/main" id="{8C1A64BB-92C4-44CC-9AB7-8416F1B9BF56}"/>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a:ext>
            </a:extLst>
          </a:blip>
          <a:srcRect/>
          <a:stretch/>
        </p:blipFill>
        <p:spPr>
          <a:xfrm>
            <a:off x="0" y="0"/>
            <a:ext cx="12192000" cy="6858000"/>
          </a:xfrm>
          <a:solidFill>
            <a:srgbClr val="6768AB">
              <a:alpha val="75000"/>
            </a:srgbClr>
          </a:solidFill>
        </p:spPr>
      </p:pic>
      <p:sp>
        <p:nvSpPr>
          <p:cNvPr id="9" name="Rectangle 8" descr="Shaded overlay">
            <a:extLst>
              <a:ext uri="{FF2B5EF4-FFF2-40B4-BE49-F238E27FC236}">
                <a16:creationId xmlns:a16="http://schemas.microsoft.com/office/drawing/2014/main" id="{558C501A-DC1F-4BA4-BFFA-44EF8845A384}"/>
              </a:ext>
            </a:extLst>
          </p:cNvPr>
          <p:cNvSpPr/>
          <p:nvPr/>
        </p:nvSpPr>
        <p:spPr>
          <a:xfrm>
            <a:off x="0" y="0"/>
            <a:ext cx="12192000" cy="6858000"/>
          </a:xfrm>
          <a:prstGeom prst="rect">
            <a:avLst/>
          </a:prstGeom>
          <a:solidFill>
            <a:srgbClr val="6768AB">
              <a:alpha val="74902"/>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135A981B-6487-4B00-9EAF-D0D748FA6014}"/>
              </a:ext>
            </a:extLst>
          </p:cNvPr>
          <p:cNvSpPr>
            <a:spLocks noGrp="1"/>
          </p:cNvSpPr>
          <p:nvPr>
            <p:ph type="title"/>
          </p:nvPr>
        </p:nvSpPr>
        <p:spPr>
          <a:xfrm>
            <a:off x="1152939" y="914400"/>
            <a:ext cx="10479079" cy="903767"/>
          </a:xfrm>
        </p:spPr>
        <p:txBody>
          <a:bodyPr/>
          <a:lstStyle/>
          <a:p>
            <a:r>
              <a:rPr lang="en-US" dirty="0"/>
              <a:t>Welcome all of you</a:t>
            </a:r>
          </a:p>
        </p:txBody>
      </p:sp>
      <p:sp>
        <p:nvSpPr>
          <p:cNvPr id="6" name="Text Placeholder 5">
            <a:extLst>
              <a:ext uri="{FF2B5EF4-FFF2-40B4-BE49-F238E27FC236}">
                <a16:creationId xmlns:a16="http://schemas.microsoft.com/office/drawing/2014/main" id="{B43F7E3B-CE99-4770-8587-6554C15693F8}"/>
              </a:ext>
            </a:extLst>
          </p:cNvPr>
          <p:cNvSpPr>
            <a:spLocks noGrp="1"/>
          </p:cNvSpPr>
          <p:nvPr>
            <p:ph type="body" sz="quarter" idx="14"/>
          </p:nvPr>
        </p:nvSpPr>
        <p:spPr>
          <a:xfrm>
            <a:off x="901148" y="2240280"/>
            <a:ext cx="6255026" cy="4197096"/>
          </a:xfrm>
        </p:spPr>
        <p:txBody>
          <a:bodyPr/>
          <a:lstStyle/>
          <a:p>
            <a:r>
              <a:rPr lang="en-US" dirty="0"/>
              <a:t>     Welcome to our Career Coaching Yangon-Singapore Center’ I am very excited that you are in my class this batch. We are going to have a new resume, cover letter, premium email, applying a job and finally we get a perfect job. </a:t>
            </a:r>
          </a:p>
          <a:p>
            <a:endParaRPr lang="en-US" dirty="0"/>
          </a:p>
          <a:p>
            <a:r>
              <a:rPr lang="en-US" dirty="0"/>
              <a:t>       I can’t wait to get to know who will be the first one to get a job in Singapore in this Batch.</a:t>
            </a:r>
          </a:p>
        </p:txBody>
      </p:sp>
    </p:spTree>
    <p:extLst>
      <p:ext uri="{BB962C8B-B14F-4D97-AF65-F5344CB8AC3E}">
        <p14:creationId xmlns:p14="http://schemas.microsoft.com/office/powerpoint/2010/main" val="38985113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44986A6-583D-4323-BBE6-0C4C3B1464BF}"/>
              </a:ext>
            </a:extLst>
          </p:cNvPr>
          <p:cNvSpPr>
            <a:spLocks noGrp="1"/>
          </p:cNvSpPr>
          <p:nvPr>
            <p:ph type="title"/>
          </p:nvPr>
        </p:nvSpPr>
        <p:spPr>
          <a:xfrm>
            <a:off x="131591" y="1071626"/>
            <a:ext cx="4724401" cy="877824"/>
          </a:xfrm>
        </p:spPr>
        <p:txBody>
          <a:bodyPr>
            <a:normAutofit/>
          </a:bodyPr>
          <a:lstStyle/>
          <a:p>
            <a:r>
              <a:rPr lang="en-US" sz="3200" dirty="0"/>
              <a:t>Goals for Success</a:t>
            </a:r>
          </a:p>
        </p:txBody>
      </p:sp>
      <p:sp>
        <p:nvSpPr>
          <p:cNvPr id="3" name="Text Placeholder 2">
            <a:extLst>
              <a:ext uri="{FF2B5EF4-FFF2-40B4-BE49-F238E27FC236}">
                <a16:creationId xmlns:a16="http://schemas.microsoft.com/office/drawing/2014/main" id="{7B91B0F8-EDCA-43C7-A602-F46DA2202AA8}"/>
              </a:ext>
            </a:extLst>
          </p:cNvPr>
          <p:cNvSpPr>
            <a:spLocks noGrp="1"/>
          </p:cNvSpPr>
          <p:nvPr>
            <p:ph type="body" sz="quarter" idx="14"/>
          </p:nvPr>
        </p:nvSpPr>
        <p:spPr>
          <a:xfrm>
            <a:off x="457200" y="2779776"/>
            <a:ext cx="3465576" cy="3255264"/>
          </a:xfrm>
        </p:spPr>
        <p:txBody>
          <a:bodyPr>
            <a:noAutofit/>
          </a:bodyPr>
          <a:lstStyle/>
          <a:p>
            <a:r>
              <a:rPr lang="en-US" sz="1800" dirty="0">
                <a:effectLst/>
                <a:latin typeface="Segoe UI" panose="020B0502040204020203" pitchFamily="34" charset="0"/>
              </a:rPr>
              <a:t>IF you want to succeed, you need to set a goals. Without goals you lack focus and direction; it also provides you a benchmark for determining whether you are actually succeeding.</a:t>
            </a:r>
            <a:endParaRPr lang="en-US" dirty="0"/>
          </a:p>
        </p:txBody>
      </p:sp>
      <p:pic>
        <p:nvPicPr>
          <p:cNvPr id="31" name="Picture Placeholder 12" descr="A person holding a baby with their noses and foreheads touching">
            <a:extLst>
              <a:ext uri="{FF2B5EF4-FFF2-40B4-BE49-F238E27FC236}">
                <a16:creationId xmlns:a16="http://schemas.microsoft.com/office/drawing/2014/main" id="{E6A8DD7D-03FE-4E34-BC50-4488924D5D85}"/>
              </a:ext>
            </a:extLst>
          </p:cNvPr>
          <p:cNvPicPr>
            <a:picLocks noGrp="1" noChangeAspect="1"/>
          </p:cNvPicPr>
          <p:nvPr>
            <p:ph type="pic" sz="quarter" idx="15"/>
          </p:nvPr>
        </p:nvPicPr>
        <p:blipFill rotWithShape="1">
          <a:blip r:embed="rId3" cstate="screen">
            <a:extLst>
              <a:ext uri="{28A0092B-C50C-407E-A947-70E740481C1C}">
                <a14:useLocalDpi xmlns:a14="http://schemas.microsoft.com/office/drawing/2010/main"/>
              </a:ext>
            </a:extLst>
          </a:blip>
          <a:srcRect t="3" b="3"/>
          <a:stretch/>
        </p:blipFill>
        <p:spPr>
          <a:xfrm>
            <a:off x="6542583" y="241300"/>
            <a:ext cx="5746426" cy="6616700"/>
          </a:xfrm>
        </p:spPr>
      </p:pic>
      <p:sp>
        <p:nvSpPr>
          <p:cNvPr id="16" name="Rectangle 15">
            <a:extLst>
              <a:ext uri="{FF2B5EF4-FFF2-40B4-BE49-F238E27FC236}">
                <a16:creationId xmlns:a16="http://schemas.microsoft.com/office/drawing/2014/main" id="{F41CB42D-A527-44ED-ADE2-30B3266BAFB1}"/>
              </a:ext>
              <a:ext uri="{C183D7F6-B498-43B3-948B-1728B52AA6E4}">
                <adec:decorative xmlns:adec="http://schemas.microsoft.com/office/drawing/2017/decorative" val="1"/>
              </a:ext>
            </a:extLst>
          </p:cNvPr>
          <p:cNvSpPr/>
          <p:nvPr/>
        </p:nvSpPr>
        <p:spPr>
          <a:xfrm>
            <a:off x="228600" y="241300"/>
            <a:ext cx="11772900" cy="6400800"/>
          </a:xfrm>
          <a:prstGeom prst="rect">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26" name="Picture 2" descr="See the source image">
            <a:extLst>
              <a:ext uri="{FF2B5EF4-FFF2-40B4-BE49-F238E27FC236}">
                <a16:creationId xmlns:a16="http://schemas.microsoft.com/office/drawing/2014/main" id="{DF6DF5C6-F8C8-5AE9-76BB-3773D7AEA05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05298" y="241300"/>
            <a:ext cx="7886702" cy="6616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81772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pic>
        <p:nvPicPr>
          <p:cNvPr id="19" name="Picture Placeholder 18">
            <a:extLst>
              <a:ext uri="{FF2B5EF4-FFF2-40B4-BE49-F238E27FC236}">
                <a16:creationId xmlns:a16="http://schemas.microsoft.com/office/drawing/2014/main" id="{FC598C8E-741E-4163-8963-6732DA270C8E}"/>
              </a:ext>
            </a:extLst>
          </p:cNvPr>
          <p:cNvPicPr>
            <a:picLocks noGrp="1" noChangeAspect="1"/>
          </p:cNvPicPr>
          <p:nvPr>
            <p:ph type="pic" sz="quarter" idx="14"/>
          </p:nvPr>
        </p:nvPicPr>
        <p:blipFill>
          <a:blip r:embed="rId2"/>
          <a:srcRect t="16159" b="16159"/>
          <a:stretch/>
        </p:blipFill>
        <p:spPr>
          <a:xfrm>
            <a:off x="6227064" y="1463040"/>
            <a:ext cx="1499616" cy="2194560"/>
          </a:xfrm>
        </p:spPr>
      </p:pic>
      <p:sp>
        <p:nvSpPr>
          <p:cNvPr id="4" name="Title 3">
            <a:extLst>
              <a:ext uri="{FF2B5EF4-FFF2-40B4-BE49-F238E27FC236}">
                <a16:creationId xmlns:a16="http://schemas.microsoft.com/office/drawing/2014/main" id="{A2219A53-983C-4CAC-81BB-5FADEB962F35}"/>
              </a:ext>
            </a:extLst>
          </p:cNvPr>
          <p:cNvSpPr>
            <a:spLocks noGrp="1"/>
          </p:cNvSpPr>
          <p:nvPr>
            <p:ph type="title"/>
          </p:nvPr>
        </p:nvSpPr>
        <p:spPr>
          <a:xfrm>
            <a:off x="457199" y="2569464"/>
            <a:ext cx="3619501" cy="1179576"/>
          </a:xfrm>
        </p:spPr>
        <p:txBody>
          <a:bodyPr>
            <a:normAutofit/>
          </a:bodyPr>
          <a:lstStyle/>
          <a:p>
            <a:r>
              <a:rPr lang="en-US" dirty="0"/>
              <a:t>Resume Sample</a:t>
            </a:r>
          </a:p>
        </p:txBody>
      </p:sp>
      <p:pic>
        <p:nvPicPr>
          <p:cNvPr id="16" name="Picture Placeholder 15">
            <a:extLst>
              <a:ext uri="{FF2B5EF4-FFF2-40B4-BE49-F238E27FC236}">
                <a16:creationId xmlns:a16="http://schemas.microsoft.com/office/drawing/2014/main" id="{06C418C8-E4DE-443D-B15E-21726F9C39D2}"/>
              </a:ext>
            </a:extLst>
          </p:cNvPr>
          <p:cNvPicPr>
            <a:picLocks noGrp="1" noChangeAspect="1"/>
          </p:cNvPicPr>
          <p:nvPr>
            <p:ph type="pic" sz="quarter" idx="13"/>
          </p:nvPr>
        </p:nvPicPr>
        <p:blipFill>
          <a:blip r:embed="rId3"/>
          <a:srcRect t="16145" b="16145"/>
          <a:stretch/>
        </p:blipFill>
        <p:spPr>
          <a:xfrm>
            <a:off x="4279900" y="1463675"/>
            <a:ext cx="1498600" cy="2193925"/>
          </a:xfrm>
        </p:spPr>
      </p:pic>
      <p:pic>
        <p:nvPicPr>
          <p:cNvPr id="21" name="Picture Placeholder 20">
            <a:extLst>
              <a:ext uri="{FF2B5EF4-FFF2-40B4-BE49-F238E27FC236}">
                <a16:creationId xmlns:a16="http://schemas.microsoft.com/office/drawing/2014/main" id="{0ADDB0E7-631D-426A-9C78-9809C437D027}"/>
              </a:ext>
            </a:extLst>
          </p:cNvPr>
          <p:cNvPicPr>
            <a:picLocks noGrp="1" noChangeAspect="1"/>
          </p:cNvPicPr>
          <p:nvPr>
            <p:ph type="pic" sz="quarter" idx="15"/>
          </p:nvPr>
        </p:nvPicPr>
        <p:blipFill>
          <a:blip r:embed="rId4"/>
          <a:srcRect t="16159" b="16159"/>
          <a:stretch/>
        </p:blipFill>
        <p:spPr>
          <a:xfrm>
            <a:off x="8174736" y="1463040"/>
            <a:ext cx="1499616" cy="2194560"/>
          </a:xfrm>
        </p:spPr>
      </p:pic>
      <p:pic>
        <p:nvPicPr>
          <p:cNvPr id="23" name="Picture Placeholder 22">
            <a:extLst>
              <a:ext uri="{FF2B5EF4-FFF2-40B4-BE49-F238E27FC236}">
                <a16:creationId xmlns:a16="http://schemas.microsoft.com/office/drawing/2014/main" id="{18BD0AE2-C2A1-48BC-A9AA-091D1B136ECD}"/>
              </a:ext>
            </a:extLst>
          </p:cNvPr>
          <p:cNvPicPr>
            <a:picLocks noGrp="1" noChangeAspect="1"/>
          </p:cNvPicPr>
          <p:nvPr>
            <p:ph type="pic" sz="quarter" idx="16"/>
          </p:nvPr>
        </p:nvPicPr>
        <p:blipFill>
          <a:blip r:embed="rId5"/>
          <a:srcRect t="16159" b="16159"/>
          <a:stretch/>
        </p:blipFill>
        <p:spPr>
          <a:xfrm>
            <a:off x="10122408" y="1463040"/>
            <a:ext cx="1499616" cy="2194560"/>
          </a:xfrm>
        </p:spPr>
      </p:pic>
      <p:pic>
        <p:nvPicPr>
          <p:cNvPr id="25" name="Picture Placeholder 24">
            <a:extLst>
              <a:ext uri="{FF2B5EF4-FFF2-40B4-BE49-F238E27FC236}">
                <a16:creationId xmlns:a16="http://schemas.microsoft.com/office/drawing/2014/main" id="{ECA4A7D6-54B1-4F53-A806-BFCE96203101}"/>
              </a:ext>
            </a:extLst>
          </p:cNvPr>
          <p:cNvPicPr>
            <a:picLocks noGrp="1" noChangeAspect="1"/>
          </p:cNvPicPr>
          <p:nvPr>
            <p:ph type="pic" sz="quarter" idx="17"/>
          </p:nvPr>
        </p:nvPicPr>
        <p:blipFill>
          <a:blip r:embed="rId6"/>
          <a:srcRect t="16216" b="16216"/>
          <a:stretch/>
        </p:blipFill>
        <p:spPr>
          <a:xfrm>
            <a:off x="4279392" y="4087368"/>
            <a:ext cx="1499616" cy="2194560"/>
          </a:xfrm>
        </p:spPr>
      </p:pic>
      <p:pic>
        <p:nvPicPr>
          <p:cNvPr id="27" name="Picture Placeholder 26">
            <a:extLst>
              <a:ext uri="{FF2B5EF4-FFF2-40B4-BE49-F238E27FC236}">
                <a16:creationId xmlns:a16="http://schemas.microsoft.com/office/drawing/2014/main" id="{B032D337-92A4-4062-B569-4A8E78D2DD76}"/>
              </a:ext>
            </a:extLst>
          </p:cNvPr>
          <p:cNvPicPr>
            <a:picLocks noGrp="1" noChangeAspect="1"/>
          </p:cNvPicPr>
          <p:nvPr>
            <p:ph type="pic" sz="quarter" idx="18"/>
          </p:nvPr>
        </p:nvPicPr>
        <p:blipFill>
          <a:blip r:embed="rId7"/>
          <a:srcRect t="16216" b="16216"/>
          <a:stretch/>
        </p:blipFill>
        <p:spPr>
          <a:xfrm>
            <a:off x="6227064" y="4087368"/>
            <a:ext cx="1499616" cy="2194560"/>
          </a:xfrm>
        </p:spPr>
      </p:pic>
      <p:pic>
        <p:nvPicPr>
          <p:cNvPr id="30" name="Picture Placeholder 29">
            <a:extLst>
              <a:ext uri="{FF2B5EF4-FFF2-40B4-BE49-F238E27FC236}">
                <a16:creationId xmlns:a16="http://schemas.microsoft.com/office/drawing/2014/main" id="{52B762D2-C8CC-477D-87FA-F34749DA105A}"/>
              </a:ext>
            </a:extLst>
          </p:cNvPr>
          <p:cNvPicPr>
            <a:picLocks noGrp="1" noChangeAspect="1"/>
          </p:cNvPicPr>
          <p:nvPr>
            <p:ph type="pic" sz="quarter" idx="19"/>
          </p:nvPr>
        </p:nvPicPr>
        <p:blipFill>
          <a:blip r:embed="rId8"/>
          <a:srcRect t="16216" b="16216"/>
          <a:stretch/>
        </p:blipFill>
        <p:spPr>
          <a:xfrm>
            <a:off x="8174736" y="4087368"/>
            <a:ext cx="1499616" cy="2194560"/>
          </a:xfrm>
        </p:spPr>
      </p:pic>
      <p:pic>
        <p:nvPicPr>
          <p:cNvPr id="32" name="Picture Placeholder 31">
            <a:extLst>
              <a:ext uri="{FF2B5EF4-FFF2-40B4-BE49-F238E27FC236}">
                <a16:creationId xmlns:a16="http://schemas.microsoft.com/office/drawing/2014/main" id="{4C52D5C4-B717-4DE1-ABCD-BC8CF65800E1}"/>
              </a:ext>
            </a:extLst>
          </p:cNvPr>
          <p:cNvPicPr>
            <a:picLocks noGrp="1" noChangeAspect="1"/>
          </p:cNvPicPr>
          <p:nvPr>
            <p:ph type="pic" sz="quarter" idx="20"/>
          </p:nvPr>
        </p:nvPicPr>
        <p:blipFill>
          <a:blip r:embed="rId9"/>
          <a:srcRect t="16216" b="16216"/>
          <a:stretch/>
        </p:blipFill>
        <p:spPr>
          <a:xfrm>
            <a:off x="10122408" y="4087368"/>
            <a:ext cx="1499616" cy="2194560"/>
          </a:xfrm>
        </p:spPr>
      </p:pic>
    </p:spTree>
    <p:extLst>
      <p:ext uri="{BB962C8B-B14F-4D97-AF65-F5344CB8AC3E}">
        <p14:creationId xmlns:p14="http://schemas.microsoft.com/office/powerpoint/2010/main" val="23821487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2050" name="Picture 2" descr="See the source image">
            <a:extLst>
              <a:ext uri="{FF2B5EF4-FFF2-40B4-BE49-F238E27FC236}">
                <a16:creationId xmlns:a16="http://schemas.microsoft.com/office/drawing/2014/main" id="{252270F1-5352-72CA-58D8-3DAB28CBAA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293702" y="322111"/>
            <a:ext cx="7441095" cy="6303976"/>
          </a:xfrm>
          <a:prstGeom prst="rect">
            <a:avLst/>
          </a:prstGeom>
          <a:noFill/>
          <a:extLst>
            <a:ext uri="{909E8E84-426E-40DD-AFC4-6F175D3DCCD1}">
              <a14:hiddenFill xmlns:a14="http://schemas.microsoft.com/office/drawing/2010/main">
                <a:solidFill>
                  <a:srgbClr val="FFFFFF"/>
                </a:solidFill>
              </a14:hiddenFill>
            </a:ext>
          </a:extLst>
        </p:spPr>
      </p:pic>
      <p:sp>
        <p:nvSpPr>
          <p:cNvPr id="7" name="Title 6">
            <a:extLst>
              <a:ext uri="{FF2B5EF4-FFF2-40B4-BE49-F238E27FC236}">
                <a16:creationId xmlns:a16="http://schemas.microsoft.com/office/drawing/2014/main" id="{B67C909B-0AD0-483C-AAC3-96A0A3D16BE1}"/>
              </a:ext>
            </a:extLst>
          </p:cNvPr>
          <p:cNvSpPr>
            <a:spLocks noGrp="1"/>
          </p:cNvSpPr>
          <p:nvPr>
            <p:ph type="title"/>
          </p:nvPr>
        </p:nvSpPr>
        <p:spPr>
          <a:xfrm>
            <a:off x="457200" y="520891"/>
            <a:ext cx="3619501" cy="877824"/>
          </a:xfrm>
        </p:spPr>
        <p:txBody>
          <a:bodyPr/>
          <a:lstStyle/>
          <a:p>
            <a:r>
              <a:rPr lang="en-US" dirty="0"/>
              <a:t> </a:t>
            </a:r>
          </a:p>
        </p:txBody>
      </p:sp>
      <p:sp>
        <p:nvSpPr>
          <p:cNvPr id="8" name="Text Placeholder 7">
            <a:extLst>
              <a:ext uri="{FF2B5EF4-FFF2-40B4-BE49-F238E27FC236}">
                <a16:creationId xmlns:a16="http://schemas.microsoft.com/office/drawing/2014/main" id="{E154013F-D2A9-4715-ACE2-3720EA35B8D0}"/>
              </a:ext>
            </a:extLst>
          </p:cNvPr>
          <p:cNvSpPr>
            <a:spLocks noGrp="1"/>
          </p:cNvSpPr>
          <p:nvPr>
            <p:ph type="body" sz="quarter" idx="14"/>
          </p:nvPr>
        </p:nvSpPr>
        <p:spPr>
          <a:xfrm>
            <a:off x="457200" y="835961"/>
            <a:ext cx="3465576" cy="5075237"/>
          </a:xfrm>
        </p:spPr>
        <p:txBody>
          <a:bodyPr/>
          <a:lstStyle/>
          <a:p>
            <a:r>
              <a:rPr lang="en-US" b="1" dirty="0">
                <a:solidFill>
                  <a:srgbClr val="7030A0"/>
                </a:solidFill>
              </a:rPr>
              <a:t>Resume Titles </a:t>
            </a:r>
          </a:p>
          <a:p>
            <a:pPr marL="342900" indent="-342900">
              <a:buAutoNum type="arabicParenR"/>
            </a:pPr>
            <a:r>
              <a:rPr lang="en-US" dirty="0">
                <a:solidFill>
                  <a:srgbClr val="D75078"/>
                </a:solidFill>
              </a:rPr>
              <a:t>Contact Info </a:t>
            </a:r>
          </a:p>
          <a:p>
            <a:pPr marL="342900" indent="-342900">
              <a:buAutoNum type="arabicParenR"/>
            </a:pPr>
            <a:r>
              <a:rPr lang="en-US" dirty="0">
                <a:solidFill>
                  <a:srgbClr val="D75078"/>
                </a:solidFill>
              </a:rPr>
              <a:t>Personal Info</a:t>
            </a:r>
          </a:p>
          <a:p>
            <a:pPr marL="342900" indent="-342900">
              <a:buAutoNum type="arabicParenR"/>
            </a:pPr>
            <a:r>
              <a:rPr lang="en-US" dirty="0">
                <a:solidFill>
                  <a:srgbClr val="D75078"/>
                </a:solidFill>
              </a:rPr>
              <a:t> Headline</a:t>
            </a:r>
          </a:p>
          <a:p>
            <a:pPr marL="342900" indent="-342900">
              <a:buAutoNum type="arabicParenR"/>
            </a:pPr>
            <a:r>
              <a:rPr lang="en-US" dirty="0">
                <a:solidFill>
                  <a:srgbClr val="D75078"/>
                </a:solidFill>
              </a:rPr>
              <a:t> Experience </a:t>
            </a:r>
          </a:p>
          <a:p>
            <a:pPr marL="342900" indent="-342900">
              <a:buAutoNum type="arabicParenR"/>
            </a:pPr>
            <a:r>
              <a:rPr lang="en-US" dirty="0">
                <a:solidFill>
                  <a:srgbClr val="D75078"/>
                </a:solidFill>
              </a:rPr>
              <a:t> Education </a:t>
            </a:r>
          </a:p>
          <a:p>
            <a:pPr marL="342900" indent="-342900">
              <a:buAutoNum type="arabicParenR"/>
            </a:pPr>
            <a:r>
              <a:rPr lang="en-US" dirty="0">
                <a:solidFill>
                  <a:srgbClr val="D75078"/>
                </a:solidFill>
              </a:rPr>
              <a:t> Skills </a:t>
            </a:r>
          </a:p>
          <a:p>
            <a:pPr marL="342900" indent="-342900">
              <a:buAutoNum type="arabicParenR"/>
            </a:pPr>
            <a:r>
              <a:rPr lang="en-US" dirty="0">
                <a:solidFill>
                  <a:srgbClr val="D75078"/>
                </a:solidFill>
              </a:rPr>
              <a:t> Extras </a:t>
            </a:r>
          </a:p>
          <a:p>
            <a:r>
              <a:rPr lang="en-US" b="1" dirty="0">
                <a:solidFill>
                  <a:srgbClr val="7030A0"/>
                </a:solidFill>
              </a:rPr>
              <a:t>Check</a:t>
            </a:r>
          </a:p>
          <a:p>
            <a:pPr marL="342900" indent="-342900">
              <a:buAutoNum type="arabicParenR"/>
            </a:pPr>
            <a:r>
              <a:rPr lang="en-US" dirty="0">
                <a:solidFill>
                  <a:srgbClr val="D75078"/>
                </a:solidFill>
              </a:rPr>
              <a:t>Formatting</a:t>
            </a:r>
          </a:p>
          <a:p>
            <a:pPr marL="342900" indent="-342900">
              <a:buAutoNum type="arabicParenR"/>
            </a:pPr>
            <a:r>
              <a:rPr lang="en-US" dirty="0">
                <a:solidFill>
                  <a:srgbClr val="D75078"/>
                </a:solidFill>
              </a:rPr>
              <a:t>Grammar</a:t>
            </a:r>
          </a:p>
          <a:p>
            <a:pPr marL="342900" indent="-342900">
              <a:buAutoNum type="arabicParenR"/>
            </a:pPr>
            <a:r>
              <a:rPr lang="en-US" dirty="0">
                <a:solidFill>
                  <a:srgbClr val="D75078"/>
                </a:solidFill>
              </a:rPr>
              <a:t>Spelling</a:t>
            </a:r>
          </a:p>
          <a:p>
            <a:pPr marL="342900" indent="-342900">
              <a:buAutoNum type="arabicParenR"/>
            </a:pPr>
            <a:endParaRPr lang="en-US" dirty="0"/>
          </a:p>
        </p:txBody>
      </p:sp>
    </p:spTree>
    <p:extLst>
      <p:ext uri="{BB962C8B-B14F-4D97-AF65-F5344CB8AC3E}">
        <p14:creationId xmlns:p14="http://schemas.microsoft.com/office/powerpoint/2010/main" val="18812600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FE09C7C-BD0F-7CC7-6487-D7179E23AF6E}"/>
              </a:ext>
            </a:extLst>
          </p:cNvPr>
          <p:cNvSpPr>
            <a:spLocks noGrp="1"/>
          </p:cNvSpPr>
          <p:nvPr>
            <p:ph type="body" sz="quarter" idx="14"/>
          </p:nvPr>
        </p:nvSpPr>
        <p:spPr/>
        <p:txBody>
          <a:bodyPr/>
          <a:lstStyle/>
          <a:p>
            <a:endParaRPr lang="en-US"/>
          </a:p>
        </p:txBody>
      </p:sp>
      <p:sp>
        <p:nvSpPr>
          <p:cNvPr id="4" name="Title 3">
            <a:extLst>
              <a:ext uri="{FF2B5EF4-FFF2-40B4-BE49-F238E27FC236}">
                <a16:creationId xmlns:a16="http://schemas.microsoft.com/office/drawing/2014/main" id="{41796A50-2250-55C6-66D0-21CEB2F77FC6}"/>
              </a:ext>
            </a:extLst>
          </p:cNvPr>
          <p:cNvSpPr>
            <a:spLocks noGrp="1"/>
          </p:cNvSpPr>
          <p:nvPr>
            <p:ph type="title"/>
          </p:nvPr>
        </p:nvSpPr>
        <p:spPr/>
        <p:txBody>
          <a:bodyPr/>
          <a:lstStyle/>
          <a:p>
            <a:endParaRPr lang="en-US"/>
          </a:p>
        </p:txBody>
      </p:sp>
      <p:sp>
        <p:nvSpPr>
          <p:cNvPr id="9" name="Picture Placeholder 8">
            <a:extLst>
              <a:ext uri="{FF2B5EF4-FFF2-40B4-BE49-F238E27FC236}">
                <a16:creationId xmlns:a16="http://schemas.microsoft.com/office/drawing/2014/main" id="{278696B4-1A1D-68A4-F554-26B9D77FB967}"/>
              </a:ext>
            </a:extLst>
          </p:cNvPr>
          <p:cNvSpPr>
            <a:spLocks noGrp="1"/>
          </p:cNvSpPr>
          <p:nvPr>
            <p:ph type="pic" sz="quarter" idx="15"/>
          </p:nvPr>
        </p:nvSpPr>
        <p:spPr/>
        <p:txBody>
          <a:bodyPr/>
          <a:lstStyle/>
          <a:p>
            <a:endParaRPr lang="en-SG"/>
          </a:p>
        </p:txBody>
      </p:sp>
      <p:pic>
        <p:nvPicPr>
          <p:cNvPr id="10" name="Picture 9" descr="Graphical user interface, text, application&#10;&#10;Description automatically generated">
            <a:extLst>
              <a:ext uri="{FF2B5EF4-FFF2-40B4-BE49-F238E27FC236}">
                <a16:creationId xmlns:a16="http://schemas.microsoft.com/office/drawing/2014/main" id="{58B4D915-4083-9A44-4B6D-2CF2E3888BC8}"/>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124692" y="88900"/>
            <a:ext cx="12316692" cy="6680200"/>
          </a:xfrm>
          <a:prstGeom prst="rect">
            <a:avLst/>
          </a:prstGeom>
        </p:spPr>
      </p:pic>
      <p:sp>
        <p:nvSpPr>
          <p:cNvPr id="11" name="TextBox 10">
            <a:extLst>
              <a:ext uri="{FF2B5EF4-FFF2-40B4-BE49-F238E27FC236}">
                <a16:creationId xmlns:a16="http://schemas.microsoft.com/office/drawing/2014/main" id="{06BFFD84-939C-1295-A724-E90E858C43DD}"/>
              </a:ext>
            </a:extLst>
          </p:cNvPr>
          <p:cNvSpPr txBox="1"/>
          <p:nvPr/>
        </p:nvSpPr>
        <p:spPr>
          <a:xfrm>
            <a:off x="-3411821" y="6680200"/>
            <a:ext cx="15603821" cy="230832"/>
          </a:xfrm>
          <a:prstGeom prst="rect">
            <a:avLst/>
          </a:prstGeom>
          <a:noFill/>
        </p:spPr>
        <p:txBody>
          <a:bodyPr wrap="square" rtlCol="0">
            <a:spAutoFit/>
          </a:bodyPr>
          <a:lstStyle/>
          <a:p>
            <a:r>
              <a:rPr lang="en-US" sz="900">
                <a:hlinkClick r:id="rId3" tooltip="https://resumego.blogspot.com/1999/11/computer-me-resume-kaise-banaye.html"/>
              </a:rPr>
              <a:t>This Photo</a:t>
            </a:r>
            <a:r>
              <a:rPr lang="en-US" sz="900"/>
              <a:t> by Unknown Author is licensed under </a:t>
            </a:r>
            <a:r>
              <a:rPr lang="en-US" sz="900">
                <a:hlinkClick r:id="rId4" tooltip="https://creativecommons.org/licenses/by/3.0/"/>
              </a:rPr>
              <a:t>CC BY</a:t>
            </a:r>
            <a:endParaRPr lang="en-US" sz="900"/>
          </a:p>
        </p:txBody>
      </p:sp>
    </p:spTree>
    <p:extLst>
      <p:ext uri="{BB962C8B-B14F-4D97-AF65-F5344CB8AC3E}">
        <p14:creationId xmlns:p14="http://schemas.microsoft.com/office/powerpoint/2010/main" val="37607245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6A8C9-9EB6-43DA-BD3E-58FAC144BF5C}"/>
              </a:ext>
            </a:extLst>
          </p:cNvPr>
          <p:cNvSpPr>
            <a:spLocks noGrp="1"/>
          </p:cNvSpPr>
          <p:nvPr>
            <p:ph type="title"/>
          </p:nvPr>
        </p:nvSpPr>
        <p:spPr>
          <a:xfrm>
            <a:off x="457199" y="808383"/>
            <a:ext cx="3279914" cy="1364974"/>
          </a:xfrm>
        </p:spPr>
        <p:txBody>
          <a:bodyPr/>
          <a:lstStyle/>
          <a:p>
            <a:r>
              <a:rPr lang="en-US" dirty="0"/>
              <a:t>For detail</a:t>
            </a:r>
          </a:p>
        </p:txBody>
      </p:sp>
      <p:sp>
        <p:nvSpPr>
          <p:cNvPr id="3" name="Text Placeholder 2">
            <a:extLst>
              <a:ext uri="{FF2B5EF4-FFF2-40B4-BE49-F238E27FC236}">
                <a16:creationId xmlns:a16="http://schemas.microsoft.com/office/drawing/2014/main" id="{50EACE68-C884-4900-BA05-58DEA1511030}"/>
              </a:ext>
            </a:extLst>
          </p:cNvPr>
          <p:cNvSpPr>
            <a:spLocks noGrp="1"/>
          </p:cNvSpPr>
          <p:nvPr>
            <p:ph type="body" sz="quarter" idx="14"/>
          </p:nvPr>
        </p:nvSpPr>
        <p:spPr>
          <a:xfrm>
            <a:off x="457199" y="2489200"/>
            <a:ext cx="5546035" cy="2877930"/>
          </a:xfrm>
        </p:spPr>
        <p:txBody>
          <a:bodyPr/>
          <a:lstStyle/>
          <a:p>
            <a:r>
              <a:rPr lang="en-US" dirty="0"/>
              <a:t>Example,</a:t>
            </a:r>
          </a:p>
          <a:p>
            <a:endParaRPr lang="en-US" dirty="0"/>
          </a:p>
          <a:p>
            <a:r>
              <a:rPr lang="en-US" dirty="0"/>
              <a:t>Address           : street, city, country, postal code</a:t>
            </a:r>
          </a:p>
          <a:p>
            <a:r>
              <a:rPr lang="en-US" dirty="0"/>
              <a:t>Phone number: +959or +65</a:t>
            </a:r>
          </a:p>
          <a:p>
            <a:r>
              <a:rPr lang="en-US" dirty="0"/>
              <a:t>WhatsApp no  : +959</a:t>
            </a:r>
          </a:p>
          <a:p>
            <a:r>
              <a:rPr lang="en-US" dirty="0"/>
              <a:t>Email               : @gmail.com</a:t>
            </a:r>
          </a:p>
          <a:p>
            <a:r>
              <a:rPr lang="en-US" dirty="0"/>
              <a:t>LinkedIn          :</a:t>
            </a:r>
          </a:p>
        </p:txBody>
      </p:sp>
      <p:pic>
        <p:nvPicPr>
          <p:cNvPr id="7" name="Picture Placeholder 6">
            <a:extLst>
              <a:ext uri="{FF2B5EF4-FFF2-40B4-BE49-F238E27FC236}">
                <a16:creationId xmlns:a16="http://schemas.microsoft.com/office/drawing/2014/main" id="{4176E307-8C2F-4787-9905-7583953AA818}"/>
              </a:ext>
            </a:extLst>
          </p:cNvPr>
          <p:cNvPicPr>
            <a:picLocks noGrp="1" noChangeAspect="1"/>
          </p:cNvPicPr>
          <p:nvPr>
            <p:ph type="pic" sz="quarter" idx="15"/>
          </p:nvPr>
        </p:nvPicPr>
        <p:blipFill>
          <a:blip r:embed="rId3"/>
          <a:srcRect t="22872" b="22872"/>
          <a:stretch/>
        </p:blipFill>
        <p:spPr>
          <a:xfrm>
            <a:off x="5459896" y="107674"/>
            <a:ext cx="6732103" cy="6616147"/>
          </a:xfrm>
        </p:spPr>
      </p:pic>
    </p:spTree>
    <p:extLst>
      <p:ext uri="{BB962C8B-B14F-4D97-AF65-F5344CB8AC3E}">
        <p14:creationId xmlns:p14="http://schemas.microsoft.com/office/powerpoint/2010/main" val="29433885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395C852-C407-7D37-63A5-D9F81B922BAD}"/>
              </a:ext>
            </a:extLst>
          </p:cNvPr>
          <p:cNvSpPr>
            <a:spLocks noGrp="1"/>
          </p:cNvSpPr>
          <p:nvPr>
            <p:ph type="title"/>
          </p:nvPr>
        </p:nvSpPr>
        <p:spPr>
          <a:xfrm>
            <a:off x="507206" y="1027043"/>
            <a:ext cx="10654126" cy="877824"/>
          </a:xfrm>
        </p:spPr>
        <p:txBody>
          <a:bodyPr>
            <a:normAutofit/>
          </a:bodyPr>
          <a:lstStyle/>
          <a:p>
            <a:r>
              <a:rPr lang="en-US" sz="2000" dirty="0">
                <a:solidFill>
                  <a:schemeClr val="bg1"/>
                </a:solidFill>
                <a:latin typeface="Times New Roman" panose="02020603050405020304" pitchFamily="18" charset="0"/>
                <a:cs typeface="Times New Roman" panose="02020603050405020304" pitchFamily="18" charset="0"/>
              </a:rPr>
              <a:t>The things you’ve done Professional Experience</a:t>
            </a:r>
          </a:p>
        </p:txBody>
      </p:sp>
      <p:sp>
        <p:nvSpPr>
          <p:cNvPr id="5" name="Text Placeholder 2">
            <a:extLst>
              <a:ext uri="{FF2B5EF4-FFF2-40B4-BE49-F238E27FC236}">
                <a16:creationId xmlns:a16="http://schemas.microsoft.com/office/drawing/2014/main" id="{AFA066E5-5B9D-F8B1-4659-6DD765CD84F2}"/>
              </a:ext>
            </a:extLst>
          </p:cNvPr>
          <p:cNvSpPr>
            <a:spLocks noGrp="1"/>
          </p:cNvSpPr>
          <p:nvPr>
            <p:ph type="body" sz="quarter" idx="14"/>
          </p:nvPr>
        </p:nvSpPr>
        <p:spPr>
          <a:xfrm>
            <a:off x="507206" y="2358887"/>
            <a:ext cx="11177587" cy="3975997"/>
          </a:xfrm>
        </p:spPr>
        <p:txBody>
          <a:bodyPr/>
          <a:lstStyle/>
          <a:p>
            <a:pPr marL="342900" indent="-342900">
              <a:lnSpc>
                <a:spcPct val="150000"/>
              </a:lnSpc>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List your experience in reversed   chronological order In other words, </a:t>
            </a:r>
            <a:r>
              <a:rPr lang="en-US" sz="2000" dirty="0">
                <a:solidFill>
                  <a:srgbClr val="FF0000"/>
                </a:solidFill>
                <a:latin typeface="Times New Roman" panose="02020603050405020304" pitchFamily="18" charset="0"/>
                <a:cs typeface="Times New Roman" panose="02020603050405020304" pitchFamily="18" charset="0"/>
              </a:rPr>
              <a:t>put your current or most recent work experience first </a:t>
            </a:r>
            <a:r>
              <a:rPr lang="en-US" sz="2000" dirty="0">
                <a:solidFill>
                  <a:schemeClr val="bg1"/>
                </a:solidFill>
                <a:latin typeface="Times New Roman" panose="02020603050405020304" pitchFamily="18" charset="0"/>
                <a:cs typeface="Times New Roman" panose="02020603050405020304" pitchFamily="18" charset="0"/>
              </a:rPr>
              <a:t>and your </a:t>
            </a:r>
            <a:r>
              <a:rPr lang="en-US" sz="2000" dirty="0">
                <a:solidFill>
                  <a:srgbClr val="FF0000"/>
                </a:solidFill>
                <a:latin typeface="Times New Roman" panose="02020603050405020304" pitchFamily="18" charset="0"/>
                <a:cs typeface="Times New Roman" panose="02020603050405020304" pitchFamily="18" charset="0"/>
              </a:rPr>
              <a:t>very first experience at the end of the list</a:t>
            </a:r>
            <a:r>
              <a:rPr lang="en-US" sz="2000" dirty="0">
                <a:solidFill>
                  <a:schemeClr val="bg1"/>
                </a:solidFill>
                <a:latin typeface="Times New Roman" panose="02020603050405020304" pitchFamily="18" charset="0"/>
                <a:cs typeface="Times New Roman" panose="02020603050405020304" pitchFamily="18" charset="0"/>
              </a:rPr>
              <a:t>. </a:t>
            </a:r>
          </a:p>
          <a:p>
            <a:pPr marL="342900" indent="-342900">
              <a:lnSpc>
                <a:spcPct val="150000"/>
              </a:lnSpc>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Must-have items for each employer </a:t>
            </a:r>
            <a:r>
              <a:rPr lang="en-US" sz="2000" dirty="0">
                <a:solidFill>
                  <a:srgbClr val="FF0000"/>
                </a:solidFill>
                <a:latin typeface="Times New Roman" panose="02020603050405020304" pitchFamily="18" charset="0"/>
                <a:cs typeface="Times New Roman" panose="02020603050405020304" pitchFamily="18" charset="0"/>
              </a:rPr>
              <a:t>Job Tile, Company name and place, period of employment </a:t>
            </a:r>
            <a:r>
              <a:rPr lang="en-US" sz="2000" dirty="0">
                <a:solidFill>
                  <a:schemeClr val="bg1"/>
                </a:solidFill>
                <a:latin typeface="Times New Roman" panose="02020603050405020304" pitchFamily="18" charset="0"/>
                <a:cs typeface="Times New Roman" panose="02020603050405020304" pitchFamily="18" charset="0"/>
              </a:rPr>
              <a:t>and a list of </a:t>
            </a:r>
            <a:r>
              <a:rPr lang="en-US" sz="2000" dirty="0">
                <a:solidFill>
                  <a:srgbClr val="FF0000"/>
                </a:solidFill>
                <a:latin typeface="Times New Roman" panose="02020603050405020304" pitchFamily="18" charset="0"/>
                <a:cs typeface="Times New Roman" panose="02020603050405020304" pitchFamily="18" charset="0"/>
              </a:rPr>
              <a:t>responsibilities/ tasks</a:t>
            </a:r>
            <a:r>
              <a:rPr lang="en-US" sz="2000" dirty="0">
                <a:solidFill>
                  <a:schemeClr val="bg1"/>
                </a:solidFill>
                <a:latin typeface="Times New Roman" panose="02020603050405020304" pitchFamily="18" charset="0"/>
                <a:cs typeface="Times New Roman" panose="02020603050405020304" pitchFamily="18" charset="0"/>
              </a:rPr>
              <a:t>. Consolidate experience older then 10-15 years, If you have had many employers, you should describe the most recent ones to the fullest and summarize the older work experience.</a:t>
            </a:r>
          </a:p>
          <a:p>
            <a:pPr marL="342900" indent="-342900">
              <a:lnSpc>
                <a:spcPct val="150000"/>
              </a:lnSpc>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You can easily do this by removing tasks and responsibilities. Use </a:t>
            </a:r>
            <a:r>
              <a:rPr lang="en-US" sz="2000" dirty="0">
                <a:solidFill>
                  <a:srgbClr val="FF0000"/>
                </a:solidFill>
                <a:highlight>
                  <a:srgbClr val="85A0A9"/>
                </a:highlight>
                <a:latin typeface="Times New Roman" panose="02020603050405020304" pitchFamily="18" charset="0"/>
                <a:cs typeface="Times New Roman" panose="02020603050405020304" pitchFamily="18" charset="0"/>
              </a:rPr>
              <a:t>present tense for current position </a:t>
            </a:r>
            <a:r>
              <a:rPr lang="en-US" sz="2000" dirty="0">
                <a:solidFill>
                  <a:schemeClr val="bg1"/>
                </a:solidFill>
                <a:latin typeface="Times New Roman" panose="02020603050405020304" pitchFamily="18" charset="0"/>
                <a:cs typeface="Times New Roman" panose="02020603050405020304" pitchFamily="18" charset="0"/>
              </a:rPr>
              <a:t>and </a:t>
            </a:r>
            <a:r>
              <a:rPr lang="en-US" sz="2000" dirty="0">
                <a:solidFill>
                  <a:srgbClr val="FF0000"/>
                </a:solidFill>
                <a:latin typeface="Times New Roman" panose="02020603050405020304" pitchFamily="18" charset="0"/>
                <a:cs typeface="Times New Roman" panose="02020603050405020304" pitchFamily="18" charset="0"/>
              </a:rPr>
              <a:t>past tense for previous positions</a:t>
            </a:r>
            <a:r>
              <a:rPr lang="en-US" sz="2000" dirty="0">
                <a:solidFill>
                  <a:schemeClr val="bg1"/>
                </a:solidFill>
                <a:latin typeface="Times New Roman" panose="02020603050405020304" pitchFamily="18" charset="0"/>
                <a:cs typeface="Times New Roman" panose="02020603050405020304" pitchFamily="18" charset="0"/>
              </a:rPr>
              <a:t>. And </a:t>
            </a:r>
            <a:r>
              <a:rPr lang="en-US" sz="2000" dirty="0">
                <a:solidFill>
                  <a:srgbClr val="FF0000"/>
                </a:solidFill>
                <a:latin typeface="Times New Roman" panose="02020603050405020304" pitchFamily="18" charset="0"/>
                <a:cs typeface="Times New Roman" panose="02020603050405020304" pitchFamily="18" charset="0"/>
              </a:rPr>
              <a:t>Simple tense is preferred over continuous tense</a:t>
            </a:r>
            <a:r>
              <a:rPr lang="en-US" sz="2000" dirty="0">
                <a:solidFill>
                  <a:schemeClr val="bg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8998134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BAD70-BB32-6BA3-0BB8-4214C16C19F7}"/>
              </a:ext>
            </a:extLst>
          </p:cNvPr>
          <p:cNvSpPr>
            <a:spLocks noGrp="1"/>
          </p:cNvSpPr>
          <p:nvPr>
            <p:ph type="title"/>
          </p:nvPr>
        </p:nvSpPr>
        <p:spPr>
          <a:xfrm>
            <a:off x="3306417" y="0"/>
            <a:ext cx="4075043" cy="1060174"/>
          </a:xfrm>
        </p:spPr>
        <p:txBody>
          <a:bodyPr/>
          <a:lstStyle/>
          <a:p>
            <a:r>
              <a:rPr lang="en-US" dirty="0">
                <a:latin typeface="Times New Roman" panose="02020603050405020304" pitchFamily="18" charset="0"/>
                <a:cs typeface="Times New Roman" panose="02020603050405020304" pitchFamily="18" charset="0"/>
              </a:rPr>
              <a:t>List of action verb</a:t>
            </a:r>
          </a:p>
        </p:txBody>
      </p:sp>
      <p:graphicFrame>
        <p:nvGraphicFramePr>
          <p:cNvPr id="6" name="Table 5">
            <a:extLst>
              <a:ext uri="{FF2B5EF4-FFF2-40B4-BE49-F238E27FC236}">
                <a16:creationId xmlns:a16="http://schemas.microsoft.com/office/drawing/2014/main" id="{F02B511D-788A-6540-FC4C-0F63F4089496}"/>
              </a:ext>
            </a:extLst>
          </p:cNvPr>
          <p:cNvGraphicFramePr>
            <a:graphicFrameLocks noGrp="1"/>
          </p:cNvGraphicFramePr>
          <p:nvPr>
            <p:extLst>
              <p:ext uri="{D42A27DB-BD31-4B8C-83A1-F6EECF244321}">
                <p14:modId xmlns:p14="http://schemas.microsoft.com/office/powerpoint/2010/main" val="672082216"/>
              </p:ext>
            </p:extLst>
          </p:nvPr>
        </p:nvGraphicFramePr>
        <p:xfrm>
          <a:off x="1450837" y="868680"/>
          <a:ext cx="9290326" cy="5120640"/>
        </p:xfrm>
        <a:graphic>
          <a:graphicData uri="http://schemas.openxmlformats.org/drawingml/2006/table">
            <a:tbl>
              <a:tblPr firstRow="1" bandRow="1">
                <a:tableStyleId>{5C22544A-7EE6-4342-B048-85BDC9FD1C3A}</a:tableStyleId>
              </a:tblPr>
              <a:tblGrid>
                <a:gridCol w="1858065">
                  <a:extLst>
                    <a:ext uri="{9D8B030D-6E8A-4147-A177-3AD203B41FA5}">
                      <a16:colId xmlns:a16="http://schemas.microsoft.com/office/drawing/2014/main" val="3099962865"/>
                    </a:ext>
                  </a:extLst>
                </a:gridCol>
                <a:gridCol w="1969146">
                  <a:extLst>
                    <a:ext uri="{9D8B030D-6E8A-4147-A177-3AD203B41FA5}">
                      <a16:colId xmlns:a16="http://schemas.microsoft.com/office/drawing/2014/main" val="104121801"/>
                    </a:ext>
                  </a:extLst>
                </a:gridCol>
                <a:gridCol w="1970891">
                  <a:extLst>
                    <a:ext uri="{9D8B030D-6E8A-4147-A177-3AD203B41FA5}">
                      <a16:colId xmlns:a16="http://schemas.microsoft.com/office/drawing/2014/main" val="1996560816"/>
                    </a:ext>
                  </a:extLst>
                </a:gridCol>
                <a:gridCol w="1855304">
                  <a:extLst>
                    <a:ext uri="{9D8B030D-6E8A-4147-A177-3AD203B41FA5}">
                      <a16:colId xmlns:a16="http://schemas.microsoft.com/office/drawing/2014/main" val="1108868605"/>
                    </a:ext>
                  </a:extLst>
                </a:gridCol>
                <a:gridCol w="1636920">
                  <a:extLst>
                    <a:ext uri="{9D8B030D-6E8A-4147-A177-3AD203B41FA5}">
                      <a16:colId xmlns:a16="http://schemas.microsoft.com/office/drawing/2014/main" val="522478826"/>
                    </a:ext>
                  </a:extLst>
                </a:gridCol>
              </a:tblGrid>
              <a:tr h="495559">
                <a:tc>
                  <a:txBody>
                    <a:bodyPr/>
                    <a:lstStyle/>
                    <a:p>
                      <a:r>
                        <a:rPr lang="en-US" dirty="0"/>
                        <a:t>Created</a:t>
                      </a:r>
                    </a:p>
                  </a:txBody>
                  <a:tcPr/>
                </a:tc>
                <a:tc>
                  <a:txBody>
                    <a:bodyPr/>
                    <a:lstStyle/>
                    <a:p>
                      <a:r>
                        <a:rPr lang="en-US" dirty="0"/>
                        <a:t>INCREASED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PARTICIPATED</a:t>
                      </a:r>
                    </a:p>
                    <a:p>
                      <a:endParaRPr lang="en-US" dirty="0"/>
                    </a:p>
                  </a:txBody>
                  <a:tcPr/>
                </a:tc>
                <a:tc>
                  <a:txBody>
                    <a:bodyPr/>
                    <a:lstStyle/>
                    <a:p>
                      <a:r>
                        <a:rPr lang="en-US" dirty="0"/>
                        <a:t>RESEARCHED</a:t>
                      </a:r>
                    </a:p>
                  </a:txBody>
                  <a:tcPr/>
                </a:tc>
                <a:tc>
                  <a:txBody>
                    <a:bodyPr/>
                    <a:lstStyle/>
                    <a:p>
                      <a:r>
                        <a:rPr lang="en-US" dirty="0"/>
                        <a:t>LEAD</a:t>
                      </a:r>
                    </a:p>
                  </a:txBody>
                  <a:tcPr/>
                </a:tc>
                <a:extLst>
                  <a:ext uri="{0D108BD9-81ED-4DB2-BD59-A6C34878D82A}">
                    <a16:rowId xmlns:a16="http://schemas.microsoft.com/office/drawing/2014/main" val="1156311766"/>
                  </a:ext>
                </a:extLst>
              </a:tr>
              <a:tr h="370840">
                <a:tc>
                  <a:txBody>
                    <a:bodyPr/>
                    <a:lstStyle/>
                    <a:p>
                      <a:r>
                        <a:rPr lang="en-US"/>
                        <a:t>Administered Designed Formed Instituted Built Developed Formulated Introduced Charted Devised Implemented Launched Constructed Engineered Incorporated Defined Established Initiated</a:t>
                      </a:r>
                      <a:endParaRPr lang="en-US" dirty="0"/>
                    </a:p>
                  </a:txBody>
                  <a:tcPr/>
                </a:tc>
                <a:tc>
                  <a:txBody>
                    <a:bodyPr/>
                    <a:lstStyle/>
                    <a:p>
                      <a:r>
                        <a:rPr lang="en-US" dirty="0"/>
                        <a:t>Accelerated Enhanced Gained Lifted Advanced Expanded Generated Maximized Amplified Furthered Improved </a:t>
                      </a:r>
                    </a:p>
                  </a:txBody>
                  <a:tcPr/>
                </a:tc>
                <a:tc>
                  <a:txBody>
                    <a:bodyPr/>
                    <a:lstStyle/>
                    <a:p>
                      <a:r>
                        <a:rPr lang="en-US" dirty="0"/>
                        <a:t>Collaborated Contributed Listened Shared Combined Coordinated Represented</a:t>
                      </a:r>
                    </a:p>
                  </a:txBody>
                  <a:tcPr/>
                </a:tc>
                <a:tc>
                  <a:txBody>
                    <a:bodyPr/>
                    <a:lstStyle/>
                    <a:p>
                      <a:r>
                        <a:rPr lang="en-US" dirty="0"/>
                        <a:t>Analyzed Discovered Interpreted Tested Assessed Evaluated Measured Tracked Audited Examined Quantified Calculated Identified Surveyed</a:t>
                      </a:r>
                    </a:p>
                  </a:txBody>
                  <a:tcPr/>
                </a:tc>
                <a:tc>
                  <a:txBody>
                    <a:bodyPr/>
                    <a:lstStyle/>
                    <a:p>
                      <a:r>
                        <a:rPr lang="en-US" dirty="0"/>
                        <a:t>Administered Executed Mentored Presided Chaired Headed Moderated Spearheaded Controlled Hosted Orchestrated Directed Mediated Oversaw</a:t>
                      </a:r>
                    </a:p>
                  </a:txBody>
                  <a:tcPr/>
                </a:tc>
                <a:extLst>
                  <a:ext uri="{0D108BD9-81ED-4DB2-BD59-A6C34878D82A}">
                    <a16:rowId xmlns:a16="http://schemas.microsoft.com/office/drawing/2014/main" val="407228292"/>
                  </a:ext>
                </a:extLst>
              </a:tr>
            </a:tbl>
          </a:graphicData>
        </a:graphic>
      </p:graphicFrame>
    </p:spTree>
    <p:extLst>
      <p:ext uri="{BB962C8B-B14F-4D97-AF65-F5344CB8AC3E}">
        <p14:creationId xmlns:p14="http://schemas.microsoft.com/office/powerpoint/2010/main" val="29308414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484DB5E-B3D8-B902-57CC-46A1EFA97E2D}"/>
              </a:ext>
            </a:extLst>
          </p:cNvPr>
          <p:cNvSpPr>
            <a:spLocks noGrp="1"/>
          </p:cNvSpPr>
          <p:nvPr>
            <p:ph type="body" sz="quarter" idx="14"/>
          </p:nvPr>
        </p:nvSpPr>
        <p:spPr>
          <a:xfrm>
            <a:off x="483704" y="1212574"/>
            <a:ext cx="6591300" cy="5645426"/>
          </a:xfrm>
        </p:spPr>
        <p:txBody>
          <a:bodyPr/>
          <a:lstStyle/>
          <a:p>
            <a:r>
              <a:rPr lang="en-US" sz="2000" dirty="0">
                <a:latin typeface="Times New Roman" panose="02020603050405020304" pitchFamily="18" charset="0"/>
                <a:cs typeface="Times New Roman" panose="02020603050405020304" pitchFamily="18" charset="0"/>
              </a:rPr>
              <a:t>Here’s what to keep in mind: • Be straight to the point This is a sales pitch, not a cover letter. Stay below 150 words. </a:t>
            </a:r>
          </a:p>
          <a:p>
            <a:pPr marL="0" indent="0">
              <a:buNone/>
            </a:pP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List your key-skills The skills listed in your summary should be relevant for the job that you are applying for. </a:t>
            </a:r>
          </a:p>
          <a:p>
            <a:pPr marL="0" indent="0">
              <a:buNone/>
            </a:pP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Speak in 1st person You can only use the 3rd person when you have a ghostwriter. It’s a personal document created by you, so it’s logical to use the 1st person. </a:t>
            </a:r>
          </a:p>
          <a:p>
            <a:pPr marL="0" indent="0">
              <a:buNone/>
            </a:pP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Use full sentences Your CV has to be grammatically correct. Shortening sentences is not accepted.</a:t>
            </a:r>
          </a:p>
        </p:txBody>
      </p:sp>
      <p:sp>
        <p:nvSpPr>
          <p:cNvPr id="5" name="Text Box 2">
            <a:extLst>
              <a:ext uri="{FF2B5EF4-FFF2-40B4-BE49-F238E27FC236}">
                <a16:creationId xmlns:a16="http://schemas.microsoft.com/office/drawing/2014/main" id="{46D5A7A0-0F69-E3EF-64EF-FCD35A43E2AE}"/>
              </a:ext>
            </a:extLst>
          </p:cNvPr>
          <p:cNvSpPr txBox="1">
            <a:spLocks noChangeArrowheads="1"/>
          </p:cNvSpPr>
          <p:nvPr/>
        </p:nvSpPr>
        <p:spPr bwMode="auto">
          <a:xfrm>
            <a:off x="7543468" y="437322"/>
            <a:ext cx="3747384" cy="5645426"/>
          </a:xfrm>
          <a:prstGeom prst="rect">
            <a:avLst/>
          </a:prstGeom>
          <a:noFill/>
          <a:ln w="9525">
            <a:noFill/>
            <a:miter lim="800000"/>
            <a:headEnd/>
            <a:tailEnd/>
          </a:ln>
        </p:spPr>
        <p:txBody>
          <a:bodyPr rot="0" vert="horz" wrap="square" lIns="91440" tIns="45720" rIns="91440" bIns="45720" anchor="t" anchorCtr="0">
            <a:noAutofit/>
          </a:bodyPr>
          <a:lstStyle/>
          <a:p>
            <a:pPr marL="0" marR="0" algn="just">
              <a:lnSpc>
                <a:spcPct val="150000"/>
              </a:lnSpc>
              <a:spcBef>
                <a:spcPts val="0"/>
              </a:spcBef>
              <a:spcAft>
                <a:spcPts val="800"/>
              </a:spcAft>
            </a:pPr>
            <a:r>
              <a:rPr lang="en-GB" sz="1600" dirty="0">
                <a:effectLst/>
                <a:highlight>
                  <a:srgbClr val="FFFF00"/>
                </a:highlight>
                <a:latin typeface="Times New Roman" panose="02020603050405020304" pitchFamily="18" charset="0"/>
                <a:ea typeface="DengXian" panose="02010600030101010101" pitchFamily="2" charset="-122"/>
                <a:cs typeface="Times New Roman" panose="02020603050405020304" pitchFamily="18" charset="0"/>
              </a:rPr>
              <a:t>With over 8 years of experience as Office Manager, I have developed a broad range of professional skills. I’m a disciplined and organized person, and have the ability to provide management support in day-to-day activities.</a:t>
            </a:r>
            <a:endParaRPr lang="en-US" sz="1600" dirty="0">
              <a:effectLst/>
              <a:highlight>
                <a:srgbClr val="FFFF00"/>
              </a:highlight>
              <a:latin typeface="Times New Roman" panose="02020603050405020304" pitchFamily="18" charset="0"/>
              <a:ea typeface="DengXian" panose="02010600030101010101" pitchFamily="2" charset="-122"/>
              <a:cs typeface="Times New Roman" panose="02020603050405020304" pitchFamily="18" charset="0"/>
            </a:endParaRPr>
          </a:p>
          <a:p>
            <a:pPr marL="0" marR="0" algn="just">
              <a:lnSpc>
                <a:spcPct val="150000"/>
              </a:lnSpc>
              <a:spcBef>
                <a:spcPts val="0"/>
              </a:spcBef>
              <a:spcAft>
                <a:spcPts val="800"/>
              </a:spcAft>
            </a:pPr>
            <a:r>
              <a:rPr lang="en-GB" sz="1600" dirty="0">
                <a:effectLst/>
                <a:highlight>
                  <a:srgbClr val="FFFF00"/>
                </a:highlight>
                <a:latin typeface="Times New Roman" panose="02020603050405020304" pitchFamily="18" charset="0"/>
                <a:ea typeface="DengXian" panose="02010600030101010101" pitchFamily="2" charset="-122"/>
                <a:cs typeface="Times New Roman" panose="02020603050405020304" pitchFamily="18" charset="0"/>
              </a:rPr>
              <a:t>In my work, I have a hands-on mentality and I’m proficient in administration. I can work efficiently in fast changing environments and know how to multitask.</a:t>
            </a:r>
            <a:endParaRPr lang="en-US" sz="1600" dirty="0">
              <a:effectLst/>
              <a:highlight>
                <a:srgbClr val="FFFF00"/>
              </a:highlight>
              <a:latin typeface="Times New Roman" panose="02020603050405020304" pitchFamily="18" charset="0"/>
              <a:ea typeface="DengXian" panose="02010600030101010101" pitchFamily="2" charset="-122"/>
              <a:cs typeface="Times New Roman" panose="02020603050405020304" pitchFamily="18" charset="0"/>
            </a:endParaRPr>
          </a:p>
          <a:p>
            <a:pPr marL="0" marR="0" algn="just">
              <a:lnSpc>
                <a:spcPct val="150000"/>
              </a:lnSpc>
              <a:spcBef>
                <a:spcPts val="0"/>
              </a:spcBef>
              <a:spcAft>
                <a:spcPts val="800"/>
              </a:spcAft>
            </a:pPr>
            <a:r>
              <a:rPr lang="en-GB" sz="1600" dirty="0">
                <a:effectLst/>
                <a:highlight>
                  <a:srgbClr val="FFFF00"/>
                </a:highlight>
                <a:latin typeface="Times New Roman" panose="02020603050405020304" pitchFamily="18" charset="0"/>
                <a:ea typeface="DengXian" panose="02010600030101010101" pitchFamily="2" charset="-122"/>
                <a:cs typeface="Times New Roman" panose="02020603050405020304" pitchFamily="18" charset="0"/>
              </a:rPr>
              <a:t>I’m looking to broaden my horizons again and therefore I seek a full-time position within the field of Office Management, where I can develop myself on a professional and personal level.</a:t>
            </a:r>
            <a:endParaRPr lang="en-US" sz="1600" dirty="0">
              <a:effectLst/>
              <a:highlight>
                <a:srgbClr val="FFFF00"/>
              </a:highlight>
              <a:latin typeface="Times New Roman" panose="02020603050405020304" pitchFamily="18" charset="0"/>
              <a:ea typeface="DengXian" panose="02010600030101010101" pitchFamily="2" charset="-122"/>
              <a:cs typeface="Times New Roman" panose="02020603050405020304" pitchFamily="18" charset="0"/>
            </a:endParaRPr>
          </a:p>
        </p:txBody>
      </p:sp>
      <p:sp>
        <p:nvSpPr>
          <p:cNvPr id="6" name="Title 3">
            <a:extLst>
              <a:ext uri="{FF2B5EF4-FFF2-40B4-BE49-F238E27FC236}">
                <a16:creationId xmlns:a16="http://schemas.microsoft.com/office/drawing/2014/main" id="{91083631-C552-F51F-287A-781F47EFDF08}"/>
              </a:ext>
            </a:extLst>
          </p:cNvPr>
          <p:cNvSpPr>
            <a:spLocks noGrp="1"/>
          </p:cNvSpPr>
          <p:nvPr>
            <p:ph type="title"/>
          </p:nvPr>
        </p:nvSpPr>
        <p:spPr>
          <a:xfrm>
            <a:off x="901148" y="334750"/>
            <a:ext cx="3243159" cy="877824"/>
          </a:xfrm>
        </p:spPr>
        <p:txBody>
          <a:bodyPr>
            <a:normAutofit fontScale="90000"/>
          </a:bodyPr>
          <a:lstStyle/>
          <a:p>
            <a:r>
              <a:rPr lang="en-US" sz="2800" dirty="0">
                <a:latin typeface="Times New Roman" panose="02020603050405020304" pitchFamily="18" charset="0"/>
                <a:cs typeface="Times New Roman" panose="02020603050405020304" pitchFamily="18" charset="0"/>
              </a:rPr>
              <a:t>Personal Profile</a:t>
            </a:r>
            <a:r>
              <a:rPr lang="en-US" sz="2800" dirty="0">
                <a:solidFill>
                  <a:schemeClr val="bg1"/>
                </a:solidFill>
                <a:latin typeface="Times New Roman" panose="02020603050405020304" pitchFamily="18" charset="0"/>
                <a:cs typeface="Times New Roman" panose="02020603050405020304" pitchFamily="18" charset="0"/>
              </a:rPr>
              <a:t> Experience</a:t>
            </a:r>
          </a:p>
        </p:txBody>
      </p:sp>
    </p:spTree>
    <p:extLst>
      <p:ext uri="{BB962C8B-B14F-4D97-AF65-F5344CB8AC3E}">
        <p14:creationId xmlns:p14="http://schemas.microsoft.com/office/powerpoint/2010/main" val="26356869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72EF98-B8EB-A8E8-C566-3DC9133D1EAA}"/>
              </a:ext>
            </a:extLst>
          </p:cNvPr>
          <p:cNvSpPr>
            <a:spLocks noGrp="1"/>
          </p:cNvSpPr>
          <p:nvPr>
            <p:ph type="body" sz="quarter" idx="14"/>
          </p:nvPr>
        </p:nvSpPr>
        <p:spPr>
          <a:xfrm>
            <a:off x="238539" y="2382211"/>
            <a:ext cx="4015409" cy="4164364"/>
          </a:xfrm>
        </p:spPr>
        <p:txBody>
          <a:bodyPr/>
          <a:lstStyle/>
          <a:p>
            <a:r>
              <a:rPr lang="en-US" b="0" i="0" dirty="0">
                <a:solidFill>
                  <a:srgbClr val="444444"/>
                </a:solidFill>
                <a:effectLst/>
                <a:latin typeface="Roboto" panose="02000000000000000000" pitchFamily="2" charset="0"/>
              </a:rPr>
              <a:t>A resume summary is a professional statement at the top of a resume. It describes the candidate's relevant experience, skills, and achievements. The purpose of this career summary is to explain your qualifications for the job in 3-5 sentences and convince the manager to read the whole resume document. And you're about to learn how to nail it.</a:t>
            </a:r>
            <a:endParaRPr lang="en-US" dirty="0"/>
          </a:p>
        </p:txBody>
      </p:sp>
      <p:sp>
        <p:nvSpPr>
          <p:cNvPr id="4" name="Title 3">
            <a:extLst>
              <a:ext uri="{FF2B5EF4-FFF2-40B4-BE49-F238E27FC236}">
                <a16:creationId xmlns:a16="http://schemas.microsoft.com/office/drawing/2014/main" id="{F16ADF91-49DC-6914-EAE2-0434F2277086}"/>
              </a:ext>
            </a:extLst>
          </p:cNvPr>
          <p:cNvSpPr>
            <a:spLocks noGrp="1"/>
          </p:cNvSpPr>
          <p:nvPr>
            <p:ph type="title"/>
          </p:nvPr>
        </p:nvSpPr>
        <p:spPr>
          <a:xfrm>
            <a:off x="238539" y="960120"/>
            <a:ext cx="4015409" cy="877824"/>
          </a:xfrm>
        </p:spPr>
        <p:txBody>
          <a:bodyPr>
            <a:normAutofit fontScale="90000"/>
          </a:bodyPr>
          <a:lstStyle/>
          <a:p>
            <a:r>
              <a:rPr lang="en-US" dirty="0">
                <a:latin typeface="Times New Roman" panose="02020603050405020304" pitchFamily="18" charset="0"/>
                <a:cs typeface="Times New Roman" panose="02020603050405020304" pitchFamily="18" charset="0"/>
              </a:rPr>
              <a:t>CAREER SUMMARY </a:t>
            </a:r>
          </a:p>
        </p:txBody>
      </p:sp>
      <p:sp>
        <p:nvSpPr>
          <p:cNvPr id="5" name="Text Placeholder 1">
            <a:extLst>
              <a:ext uri="{FF2B5EF4-FFF2-40B4-BE49-F238E27FC236}">
                <a16:creationId xmlns:a16="http://schemas.microsoft.com/office/drawing/2014/main" id="{6A3BF82B-08F6-8FC0-2DFD-60A2CB379E22}"/>
              </a:ext>
            </a:extLst>
          </p:cNvPr>
          <p:cNvSpPr txBox="1">
            <a:spLocks/>
          </p:cNvSpPr>
          <p:nvPr/>
        </p:nvSpPr>
        <p:spPr>
          <a:xfrm>
            <a:off x="4585253" y="1837944"/>
            <a:ext cx="7129670" cy="5724939"/>
          </a:xfrm>
          <a:prstGeom prst="rect">
            <a:avLst/>
          </a:prstGeom>
        </p:spPr>
        <p:txBody>
          <a:bodyPr/>
          <a:lstStyle>
            <a:lvl1pPr marL="0" indent="0" algn="l" defTabSz="914400" rtl="0" eaLnBrk="1" latinLnBrk="0" hangingPunct="1">
              <a:lnSpc>
                <a:spcPts val="3000"/>
              </a:lnSpc>
              <a:spcBef>
                <a:spcPts val="0"/>
              </a:spcBef>
              <a:buFont typeface="Arial" panose="020B0604020202020204" pitchFamily="34" charset="0"/>
              <a:buNone/>
              <a:defRPr sz="1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3" name="TextBox 2">
            <a:extLst>
              <a:ext uri="{FF2B5EF4-FFF2-40B4-BE49-F238E27FC236}">
                <a16:creationId xmlns:a16="http://schemas.microsoft.com/office/drawing/2014/main" id="{9DE70C36-98A4-CCE9-3395-2A6E86231AAA}"/>
              </a:ext>
            </a:extLst>
          </p:cNvPr>
          <p:cNvSpPr txBox="1"/>
          <p:nvPr/>
        </p:nvSpPr>
        <p:spPr>
          <a:xfrm>
            <a:off x="4638262" y="1686339"/>
            <a:ext cx="2968487" cy="3139321"/>
          </a:xfrm>
          <a:prstGeom prst="rect">
            <a:avLst/>
          </a:prstGeom>
          <a:noFill/>
        </p:spPr>
        <p:txBody>
          <a:bodyPr wrap="square" rtlCol="0">
            <a:spAutoFit/>
          </a:bodyPr>
          <a:lstStyle/>
          <a:p>
            <a:r>
              <a:rPr lang="en-US" dirty="0">
                <a:solidFill>
                  <a:schemeClr val="tx2">
                    <a:lumMod val="60000"/>
                    <a:lumOff val="40000"/>
                  </a:schemeClr>
                </a:solidFill>
              </a:rPr>
              <a:t>Result-driven professional accountant passionate about excellent problem-solving skills and ability to perform well in a team. Seeking to help your company develop their business as a accountant, as well as grow and develop my own skills and career achievement.</a:t>
            </a:r>
          </a:p>
        </p:txBody>
      </p:sp>
      <p:sp>
        <p:nvSpPr>
          <p:cNvPr id="7" name="TextBox 6">
            <a:extLst>
              <a:ext uri="{FF2B5EF4-FFF2-40B4-BE49-F238E27FC236}">
                <a16:creationId xmlns:a16="http://schemas.microsoft.com/office/drawing/2014/main" id="{D2AAB1DB-3005-43BE-F166-E1D8D9CCAAA3}"/>
              </a:ext>
            </a:extLst>
          </p:cNvPr>
          <p:cNvSpPr txBox="1"/>
          <p:nvPr/>
        </p:nvSpPr>
        <p:spPr>
          <a:xfrm>
            <a:off x="8150087" y="1702904"/>
            <a:ext cx="3564835" cy="3970318"/>
          </a:xfrm>
          <a:prstGeom prst="rect">
            <a:avLst/>
          </a:prstGeom>
          <a:noFill/>
        </p:spPr>
        <p:txBody>
          <a:bodyPr wrap="square" rtlCol="0">
            <a:spAutoFit/>
          </a:bodyPr>
          <a:lstStyle/>
          <a:p>
            <a:r>
              <a:rPr lang="en-US" dirty="0">
                <a:highlight>
                  <a:srgbClr val="FFFF00"/>
                </a:highlight>
              </a:rPr>
              <a:t>Looking for senior drafter position in a reputed company. Have over 10 year working experience in construction field. I believe my ability and skillset would be a great help for your business. </a:t>
            </a:r>
          </a:p>
          <a:p>
            <a:endParaRPr lang="en-US" dirty="0">
              <a:highlight>
                <a:srgbClr val="FFFF00"/>
              </a:highlight>
            </a:endParaRPr>
          </a:p>
          <a:p>
            <a:r>
              <a:rPr lang="en-US" dirty="0">
                <a:highlight>
                  <a:srgbClr val="FFFF00"/>
                </a:highlight>
              </a:rPr>
              <a:t>I hereby declare that all above information is true and correct.</a:t>
            </a:r>
          </a:p>
          <a:p>
            <a:endParaRPr lang="en-US" dirty="0">
              <a:highlight>
                <a:srgbClr val="FFFF00"/>
              </a:highlight>
            </a:endParaRPr>
          </a:p>
          <a:p>
            <a:r>
              <a:rPr lang="en-US" dirty="0">
                <a:highlight>
                  <a:srgbClr val="FFFF00"/>
                </a:highlight>
              </a:rPr>
              <a:t>Sincerely,</a:t>
            </a:r>
          </a:p>
          <a:p>
            <a:r>
              <a:rPr lang="en-US" dirty="0">
                <a:highlight>
                  <a:srgbClr val="FFFF00"/>
                </a:highlight>
              </a:rPr>
              <a:t>Mr. </a:t>
            </a:r>
            <a:r>
              <a:rPr lang="en-US" dirty="0" err="1">
                <a:highlight>
                  <a:srgbClr val="FFFF00"/>
                </a:highlight>
              </a:rPr>
              <a:t>Thawzin</a:t>
            </a:r>
            <a:endParaRPr lang="en-US" dirty="0">
              <a:highlight>
                <a:srgbClr val="FFFF00"/>
              </a:highlight>
            </a:endParaRPr>
          </a:p>
          <a:p>
            <a:r>
              <a:rPr lang="en-US" dirty="0">
                <a:highlight>
                  <a:srgbClr val="FFFF00"/>
                </a:highlight>
              </a:rPr>
              <a:t>+9592345678</a:t>
            </a:r>
          </a:p>
        </p:txBody>
      </p:sp>
    </p:spTree>
    <p:extLst>
      <p:ext uri="{BB962C8B-B14F-4D97-AF65-F5344CB8AC3E}">
        <p14:creationId xmlns:p14="http://schemas.microsoft.com/office/powerpoint/2010/main" val="10866069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8873E-C5D8-2EB0-4881-046411E1818B}"/>
              </a:ext>
            </a:extLst>
          </p:cNvPr>
          <p:cNvSpPr>
            <a:spLocks noGrp="1"/>
          </p:cNvSpPr>
          <p:nvPr>
            <p:ph type="title"/>
          </p:nvPr>
        </p:nvSpPr>
        <p:spPr>
          <a:xfrm>
            <a:off x="245164" y="225287"/>
            <a:ext cx="3094384" cy="1484243"/>
          </a:xfrm>
        </p:spPr>
        <p:txBody>
          <a:bodyPr/>
          <a:lstStyle/>
          <a:p>
            <a:r>
              <a:rPr lang="en-US" dirty="0"/>
              <a:t>Soft skills</a:t>
            </a:r>
            <a:br>
              <a:rPr lang="en-US" dirty="0"/>
            </a:br>
            <a:endParaRPr lang="en-US" dirty="0"/>
          </a:p>
        </p:txBody>
      </p:sp>
      <p:sp>
        <p:nvSpPr>
          <p:cNvPr id="3" name="Text Placeholder 2">
            <a:extLst>
              <a:ext uri="{FF2B5EF4-FFF2-40B4-BE49-F238E27FC236}">
                <a16:creationId xmlns:a16="http://schemas.microsoft.com/office/drawing/2014/main" id="{83E36043-12D8-5282-7963-3BB5B1F05A4D}"/>
              </a:ext>
            </a:extLst>
          </p:cNvPr>
          <p:cNvSpPr>
            <a:spLocks noGrp="1"/>
          </p:cNvSpPr>
          <p:nvPr>
            <p:ph type="body" sz="quarter" idx="14"/>
          </p:nvPr>
        </p:nvSpPr>
        <p:spPr>
          <a:xfrm>
            <a:off x="245164" y="1115170"/>
            <a:ext cx="5758070" cy="4810539"/>
          </a:xfrm>
        </p:spPr>
        <p:txBody>
          <a:bodyPr/>
          <a:lstStyle/>
          <a:p>
            <a:r>
              <a:rPr lang="en-US" dirty="0"/>
              <a:t>Leadership </a:t>
            </a:r>
          </a:p>
          <a:p>
            <a:r>
              <a:rPr lang="en-US" dirty="0"/>
              <a:t>Teamwork</a:t>
            </a:r>
          </a:p>
          <a:p>
            <a:r>
              <a:rPr lang="en-US" dirty="0"/>
              <a:t> Flexibility</a:t>
            </a:r>
          </a:p>
          <a:p>
            <a:endParaRPr lang="en-US" dirty="0"/>
          </a:p>
          <a:p>
            <a:r>
              <a:rPr lang="en-US" dirty="0"/>
              <a:t> Integrity</a:t>
            </a:r>
          </a:p>
          <a:p>
            <a:r>
              <a:rPr lang="en-US" dirty="0"/>
              <a:t> Problem-Solving </a:t>
            </a:r>
          </a:p>
          <a:p>
            <a:r>
              <a:rPr lang="en-US" dirty="0"/>
              <a:t>Creativity </a:t>
            </a:r>
          </a:p>
          <a:p>
            <a:r>
              <a:rPr lang="en-US" dirty="0"/>
              <a:t>Self-motivation</a:t>
            </a:r>
          </a:p>
          <a:p>
            <a:r>
              <a:rPr lang="en-US" dirty="0"/>
              <a:t> Communication </a:t>
            </a:r>
          </a:p>
          <a:p>
            <a:r>
              <a:rPr lang="en-US" dirty="0"/>
              <a:t>Adaptability </a:t>
            </a:r>
          </a:p>
          <a:p>
            <a:r>
              <a:rPr lang="en-US" dirty="0"/>
              <a:t>Work Ethic </a:t>
            </a:r>
          </a:p>
          <a:p>
            <a:r>
              <a:rPr lang="en-US" dirty="0"/>
              <a:t>Decisiveness</a:t>
            </a:r>
          </a:p>
        </p:txBody>
      </p:sp>
      <p:pic>
        <p:nvPicPr>
          <p:cNvPr id="9" name="Picture Placeholder 8" descr="Application&#10;&#10;Description automatically generated with low confidence">
            <a:extLst>
              <a:ext uri="{FF2B5EF4-FFF2-40B4-BE49-F238E27FC236}">
                <a16:creationId xmlns:a16="http://schemas.microsoft.com/office/drawing/2014/main" id="{F0B26768-132E-5419-D043-BB3137C960F2}"/>
              </a:ext>
            </a:extLst>
          </p:cNvPr>
          <p:cNvPicPr>
            <a:picLocks noGrp="1" noChangeAspect="1"/>
          </p:cNvPicPr>
          <p:nvPr>
            <p:ph type="pic" sz="quarter" idx="15"/>
          </p:nvPr>
        </p:nvPicPr>
        <p:blipFill>
          <a:blip r:embed="rId2">
            <a:extLst>
              <a:ext uri="{837473B0-CC2E-450A-ABE3-18F120FF3D39}">
                <a1611:picAttrSrcUrl xmlns:a1611="http://schemas.microsoft.com/office/drawing/2016/11/main" r:id="rId3"/>
              </a:ext>
            </a:extLst>
          </a:blip>
          <a:srcRect l="21855" r="21855"/>
          <a:stretch>
            <a:fillRect/>
          </a:stretch>
        </p:blipFill>
        <p:spPr>
          <a:xfrm>
            <a:off x="6423025" y="225425"/>
            <a:ext cx="5524500" cy="6427788"/>
          </a:xfrm>
        </p:spPr>
      </p:pic>
    </p:spTree>
    <p:extLst>
      <p:ext uri="{BB962C8B-B14F-4D97-AF65-F5344CB8AC3E}">
        <p14:creationId xmlns:p14="http://schemas.microsoft.com/office/powerpoint/2010/main" val="25848680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074BA-6A24-ECFD-563C-A93148F24CFB}"/>
              </a:ext>
            </a:extLst>
          </p:cNvPr>
          <p:cNvSpPr>
            <a:spLocks noGrp="1"/>
          </p:cNvSpPr>
          <p:nvPr>
            <p:ph type="title"/>
          </p:nvPr>
        </p:nvSpPr>
        <p:spPr>
          <a:xfrm>
            <a:off x="272647" y="1669775"/>
            <a:ext cx="6742751" cy="6735419"/>
          </a:xfrm>
        </p:spPr>
        <p:txBody>
          <a:bodyPr>
            <a:normAutofit fontScale="90000"/>
          </a:bodyPr>
          <a:lstStyle/>
          <a:p>
            <a:pPr marL="457200" indent="-457200">
              <a:lnSpc>
                <a:spcPct val="150000"/>
              </a:lnSpc>
              <a:buFont typeface="Wingdings" panose="05000000000000000000" pitchFamily="2" charset="2"/>
              <a:buChar char="v"/>
            </a:pPr>
            <a:r>
              <a:rPr lang="en-US" dirty="0"/>
              <a:t>The things you’re good at</a:t>
            </a:r>
            <a:br>
              <a:rPr lang="en-US" dirty="0"/>
            </a:br>
            <a:r>
              <a:rPr lang="en-US" dirty="0">
                <a:solidFill>
                  <a:srgbClr val="FF0000"/>
                </a:solidFill>
              </a:rPr>
              <a:t>Computer Skills </a:t>
            </a:r>
            <a:br>
              <a:rPr lang="en-US" dirty="0">
                <a:solidFill>
                  <a:srgbClr val="FF0000"/>
                </a:solidFill>
              </a:rPr>
            </a:br>
            <a:r>
              <a:rPr lang="en-US" sz="1800" dirty="0">
                <a:solidFill>
                  <a:srgbClr val="7030A0"/>
                </a:solidFill>
                <a:latin typeface="Times New Roman" panose="02020603050405020304" pitchFamily="18" charset="0"/>
                <a:cs typeface="Times New Roman" panose="02020603050405020304" pitchFamily="18" charset="0"/>
              </a:rPr>
              <a:t>AutoCAD, </a:t>
            </a:r>
            <a:br>
              <a:rPr lang="en-US" sz="1800" dirty="0">
                <a:solidFill>
                  <a:srgbClr val="7030A0"/>
                </a:solidFill>
                <a:latin typeface="Times New Roman" panose="02020603050405020304" pitchFamily="18" charset="0"/>
                <a:cs typeface="Times New Roman" panose="02020603050405020304" pitchFamily="18" charset="0"/>
              </a:rPr>
            </a:br>
            <a:r>
              <a:rPr lang="en-US" sz="1800" dirty="0">
                <a:solidFill>
                  <a:srgbClr val="7030A0"/>
                </a:solidFill>
                <a:latin typeface="Times New Roman" panose="02020603050405020304" pitchFamily="18" charset="0"/>
                <a:cs typeface="Times New Roman" panose="02020603050405020304" pitchFamily="18" charset="0"/>
              </a:rPr>
              <a:t>Revit, </a:t>
            </a:r>
            <a:br>
              <a:rPr lang="en-US" sz="1800" dirty="0">
                <a:solidFill>
                  <a:srgbClr val="7030A0"/>
                </a:solidFill>
                <a:latin typeface="Times New Roman" panose="02020603050405020304" pitchFamily="18" charset="0"/>
                <a:cs typeface="Times New Roman" panose="02020603050405020304" pitchFamily="18" charset="0"/>
              </a:rPr>
            </a:br>
            <a:r>
              <a:rPr lang="en-US" sz="1800" dirty="0">
                <a:solidFill>
                  <a:srgbClr val="7030A0"/>
                </a:solidFill>
                <a:latin typeface="Times New Roman" panose="02020603050405020304" pitchFamily="18" charset="0"/>
                <a:cs typeface="Times New Roman" panose="02020603050405020304" pitchFamily="18" charset="0"/>
              </a:rPr>
              <a:t>IT software, </a:t>
            </a:r>
            <a:br>
              <a:rPr lang="en-US" sz="1800" dirty="0">
                <a:solidFill>
                  <a:srgbClr val="7030A0"/>
                </a:solidFill>
                <a:latin typeface="Times New Roman" panose="02020603050405020304" pitchFamily="18" charset="0"/>
                <a:cs typeface="Times New Roman" panose="02020603050405020304" pitchFamily="18" charset="0"/>
              </a:rPr>
            </a:br>
            <a:r>
              <a:rPr lang="en-US" sz="1800" dirty="0">
                <a:solidFill>
                  <a:srgbClr val="7030A0"/>
                </a:solidFill>
                <a:latin typeface="Times New Roman" panose="02020603050405020304" pitchFamily="18" charset="0"/>
                <a:cs typeface="Times New Roman" panose="02020603050405020304" pitchFamily="18" charset="0"/>
              </a:rPr>
              <a:t>Microsoft office, power point, excel </a:t>
            </a:r>
            <a:br>
              <a:rPr lang="en-US" dirty="0">
                <a:solidFill>
                  <a:srgbClr val="FF0000"/>
                </a:solidFill>
              </a:rPr>
            </a:br>
            <a:r>
              <a:rPr lang="en-US" dirty="0">
                <a:solidFill>
                  <a:srgbClr val="FF0000"/>
                </a:solidFill>
              </a:rPr>
              <a:t>Language Skills</a:t>
            </a:r>
            <a:br>
              <a:rPr lang="en-US" dirty="0">
                <a:solidFill>
                  <a:srgbClr val="FF0000"/>
                </a:solidFill>
              </a:rPr>
            </a:br>
            <a:r>
              <a:rPr lang="en-US" sz="2700" cap="none" dirty="0">
                <a:latin typeface="Times New Roman" panose="02020603050405020304" pitchFamily="18" charset="0"/>
                <a:cs typeface="Times New Roman" panose="02020603050405020304" pitchFamily="18" charset="0"/>
              </a:rPr>
              <a:t>A1 Beginner </a:t>
            </a:r>
            <a:br>
              <a:rPr lang="en-US" sz="2700" cap="none" dirty="0">
                <a:latin typeface="Times New Roman" panose="02020603050405020304" pitchFamily="18" charset="0"/>
                <a:cs typeface="Times New Roman" panose="02020603050405020304" pitchFamily="18" charset="0"/>
              </a:rPr>
            </a:br>
            <a:r>
              <a:rPr lang="en-US" sz="2700" cap="none" dirty="0">
                <a:latin typeface="Times New Roman" panose="02020603050405020304" pitchFamily="18" charset="0"/>
                <a:cs typeface="Times New Roman" panose="02020603050405020304" pitchFamily="18" charset="0"/>
              </a:rPr>
              <a:t>A2 Elementary</a:t>
            </a:r>
            <a:br>
              <a:rPr lang="en-US" sz="2700" cap="none" dirty="0">
                <a:latin typeface="Times New Roman" panose="02020603050405020304" pitchFamily="18" charset="0"/>
                <a:cs typeface="Times New Roman" panose="02020603050405020304" pitchFamily="18" charset="0"/>
              </a:rPr>
            </a:br>
            <a:r>
              <a:rPr lang="en-US" sz="2700" cap="none" dirty="0">
                <a:latin typeface="Times New Roman" panose="02020603050405020304" pitchFamily="18" charset="0"/>
                <a:cs typeface="Times New Roman" panose="02020603050405020304" pitchFamily="18" charset="0"/>
              </a:rPr>
              <a:t>B1 Intermediate </a:t>
            </a:r>
            <a:br>
              <a:rPr lang="en-US" sz="2700" cap="none" dirty="0">
                <a:latin typeface="Times New Roman" panose="02020603050405020304" pitchFamily="18" charset="0"/>
                <a:cs typeface="Times New Roman" panose="02020603050405020304" pitchFamily="18" charset="0"/>
              </a:rPr>
            </a:br>
            <a:r>
              <a:rPr lang="en-US" sz="2700" cap="none" dirty="0">
                <a:latin typeface="Times New Roman" panose="02020603050405020304" pitchFamily="18" charset="0"/>
                <a:cs typeface="Times New Roman" panose="02020603050405020304" pitchFamily="18" charset="0"/>
              </a:rPr>
              <a:t>B2 Upper Intermediate</a:t>
            </a:r>
            <a:br>
              <a:rPr lang="en-US" sz="2700" cap="none" dirty="0">
                <a:latin typeface="Times New Roman" panose="02020603050405020304" pitchFamily="18" charset="0"/>
                <a:cs typeface="Times New Roman" panose="02020603050405020304" pitchFamily="18" charset="0"/>
              </a:rPr>
            </a:br>
            <a:r>
              <a:rPr lang="en-US" sz="2700" cap="none" dirty="0">
                <a:latin typeface="Times New Roman" panose="02020603050405020304" pitchFamily="18" charset="0"/>
                <a:cs typeface="Times New Roman" panose="02020603050405020304" pitchFamily="18" charset="0"/>
              </a:rPr>
              <a:t>C1 Advanced </a:t>
            </a:r>
            <a:br>
              <a:rPr lang="en-US" sz="2700" cap="none" dirty="0">
                <a:latin typeface="Times New Roman" panose="02020603050405020304" pitchFamily="18" charset="0"/>
                <a:cs typeface="Times New Roman" panose="02020603050405020304" pitchFamily="18" charset="0"/>
              </a:rPr>
            </a:br>
            <a:r>
              <a:rPr lang="en-US" sz="2700" cap="none" dirty="0">
                <a:latin typeface="Times New Roman" panose="02020603050405020304" pitchFamily="18" charset="0"/>
                <a:cs typeface="Times New Roman" panose="02020603050405020304" pitchFamily="18" charset="0"/>
              </a:rPr>
              <a:t>C2 Proficient</a:t>
            </a:r>
            <a:br>
              <a:rPr lang="en-US" dirty="0">
                <a:solidFill>
                  <a:srgbClr val="FF0000"/>
                </a:solidFill>
              </a:rPr>
            </a:br>
            <a:br>
              <a:rPr lang="en-US" dirty="0">
                <a:solidFill>
                  <a:srgbClr val="FF0000"/>
                </a:solidFill>
              </a:rPr>
            </a:br>
            <a:endParaRPr lang="en-US" dirty="0">
              <a:solidFill>
                <a:srgbClr val="FF0000"/>
              </a:solidFill>
            </a:endParaRPr>
          </a:p>
        </p:txBody>
      </p:sp>
      <p:pic>
        <p:nvPicPr>
          <p:cNvPr id="12" name="Picture Placeholder 11" descr="A picture containing text, electronics, computer, display&#10;&#10;Description automatically generated">
            <a:extLst>
              <a:ext uri="{FF2B5EF4-FFF2-40B4-BE49-F238E27FC236}">
                <a16:creationId xmlns:a16="http://schemas.microsoft.com/office/drawing/2014/main" id="{7569D3AA-6A3A-80BB-B463-53B9E4BAF4A7}"/>
              </a:ext>
            </a:extLst>
          </p:cNvPr>
          <p:cNvPicPr>
            <a:picLocks noGrp="1" noChangeAspect="1"/>
          </p:cNvPicPr>
          <p:nvPr>
            <p:ph type="pic" sz="quarter" idx="20"/>
          </p:nvPr>
        </p:nvPicPr>
        <p:blipFill>
          <a:blip r:embed="rId2">
            <a:extLst>
              <a:ext uri="{837473B0-CC2E-450A-ABE3-18F120FF3D39}">
                <a1611:picAttrSrcUrl xmlns:a1611="http://schemas.microsoft.com/office/drawing/2016/11/main" r:id="rId3"/>
              </a:ext>
            </a:extLst>
          </a:blip>
          <a:srcRect l="19832" r="19832"/>
          <a:stretch>
            <a:fillRect/>
          </a:stretch>
        </p:blipFill>
        <p:spPr>
          <a:xfrm>
            <a:off x="7209199" y="0"/>
            <a:ext cx="5029219" cy="3578087"/>
          </a:xfrm>
        </p:spPr>
      </p:pic>
      <p:pic>
        <p:nvPicPr>
          <p:cNvPr id="15" name="Picture 14" descr="A picture containing text&#10;&#10;Description automatically generated">
            <a:extLst>
              <a:ext uri="{FF2B5EF4-FFF2-40B4-BE49-F238E27FC236}">
                <a16:creationId xmlns:a16="http://schemas.microsoft.com/office/drawing/2014/main" id="{AAA70D43-B652-9D7D-F296-820093E994D9}"/>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7209199" y="3578087"/>
            <a:ext cx="4772786" cy="3157332"/>
          </a:xfrm>
          <a:prstGeom prst="rect">
            <a:avLst/>
          </a:prstGeom>
        </p:spPr>
      </p:pic>
    </p:spTree>
    <p:extLst>
      <p:ext uri="{BB962C8B-B14F-4D97-AF65-F5344CB8AC3E}">
        <p14:creationId xmlns:p14="http://schemas.microsoft.com/office/powerpoint/2010/main" val="23966330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7046A-817B-AFBB-ABC1-E239CE5309AA}"/>
              </a:ext>
            </a:extLst>
          </p:cNvPr>
          <p:cNvSpPr>
            <a:spLocks noGrp="1"/>
          </p:cNvSpPr>
          <p:nvPr>
            <p:ph type="title"/>
          </p:nvPr>
        </p:nvSpPr>
        <p:spPr>
          <a:xfrm>
            <a:off x="334369" y="1463040"/>
            <a:ext cx="3619501" cy="1179576"/>
          </a:xfrm>
        </p:spPr>
        <p:txBody>
          <a:bodyPr/>
          <a:lstStyle/>
          <a:p>
            <a:r>
              <a:rPr lang="en-US" dirty="0" err="1">
                <a:latin typeface="Times New Roman" panose="02020603050405020304" pitchFamily="18" charset="0"/>
                <a:cs typeface="Times New Roman" panose="02020603050405020304" pitchFamily="18" charset="0"/>
              </a:rPr>
              <a:t>PHOTOgraphy</a:t>
            </a:r>
            <a:endParaRPr lang="en-US" dirty="0">
              <a:latin typeface="Times New Roman" panose="02020603050405020304" pitchFamily="18" charset="0"/>
              <a:cs typeface="Times New Roman" panose="02020603050405020304" pitchFamily="18" charset="0"/>
            </a:endParaRPr>
          </a:p>
        </p:txBody>
      </p:sp>
      <p:pic>
        <p:nvPicPr>
          <p:cNvPr id="12" name="Picture Placeholder 11" descr="A person smiling for the camera&#10;&#10;Description automatically generated with medium confidence">
            <a:extLst>
              <a:ext uri="{FF2B5EF4-FFF2-40B4-BE49-F238E27FC236}">
                <a16:creationId xmlns:a16="http://schemas.microsoft.com/office/drawing/2014/main" id="{EC71A66E-16E5-F330-4C8E-D719C286B00F}"/>
              </a:ext>
            </a:extLst>
          </p:cNvPr>
          <p:cNvPicPr>
            <a:picLocks noGrp="1" noChangeAspect="1"/>
          </p:cNvPicPr>
          <p:nvPr>
            <p:ph type="pic" sz="quarter" idx="13"/>
          </p:nvPr>
        </p:nvPicPr>
        <p:blipFill>
          <a:blip r:embed="rId2"/>
          <a:srcRect l="3513" r="3513"/>
          <a:stretch>
            <a:fillRect/>
          </a:stretch>
        </p:blipFill>
        <p:spPr/>
      </p:pic>
      <p:pic>
        <p:nvPicPr>
          <p:cNvPr id="14" name="Picture Placeholder 13" descr="A person in a suit smiling&#10;&#10;Description automatically generated with low confidence">
            <a:extLst>
              <a:ext uri="{FF2B5EF4-FFF2-40B4-BE49-F238E27FC236}">
                <a16:creationId xmlns:a16="http://schemas.microsoft.com/office/drawing/2014/main" id="{4F6FB46D-60D3-9B51-D14C-819BA9CB4BAC}"/>
              </a:ext>
            </a:extLst>
          </p:cNvPr>
          <p:cNvPicPr>
            <a:picLocks noGrp="1" noChangeAspect="1"/>
          </p:cNvPicPr>
          <p:nvPr>
            <p:ph type="pic" sz="quarter" idx="14"/>
          </p:nvPr>
        </p:nvPicPr>
        <p:blipFill>
          <a:blip r:embed="rId3"/>
          <a:srcRect l="7261" r="7261"/>
          <a:stretch>
            <a:fillRect/>
          </a:stretch>
        </p:blipFill>
        <p:spPr/>
      </p:pic>
      <p:pic>
        <p:nvPicPr>
          <p:cNvPr id="16" name="Picture Placeholder 15" descr="A person smiling for the camera&#10;&#10;Description automatically generated with medium confidence">
            <a:extLst>
              <a:ext uri="{FF2B5EF4-FFF2-40B4-BE49-F238E27FC236}">
                <a16:creationId xmlns:a16="http://schemas.microsoft.com/office/drawing/2014/main" id="{A871ED61-32CD-2696-29DA-F81E625B446A}"/>
              </a:ext>
            </a:extLst>
          </p:cNvPr>
          <p:cNvPicPr>
            <a:picLocks noGrp="1" noChangeAspect="1"/>
          </p:cNvPicPr>
          <p:nvPr>
            <p:ph type="pic" sz="quarter" idx="15"/>
          </p:nvPr>
        </p:nvPicPr>
        <p:blipFill>
          <a:blip r:embed="rId4"/>
          <a:srcRect t="934" b="934"/>
          <a:stretch>
            <a:fillRect/>
          </a:stretch>
        </p:blipFill>
        <p:spPr/>
      </p:pic>
      <p:pic>
        <p:nvPicPr>
          <p:cNvPr id="18" name="Picture Placeholder 17" descr="A person smiling for the camera&#10;&#10;Description automatically generated with medium confidence">
            <a:extLst>
              <a:ext uri="{FF2B5EF4-FFF2-40B4-BE49-F238E27FC236}">
                <a16:creationId xmlns:a16="http://schemas.microsoft.com/office/drawing/2014/main" id="{27466A11-31D1-A4B5-120D-DB5878F78D3E}"/>
              </a:ext>
            </a:extLst>
          </p:cNvPr>
          <p:cNvPicPr>
            <a:picLocks noGrp="1" noChangeAspect="1"/>
          </p:cNvPicPr>
          <p:nvPr>
            <p:ph type="pic" sz="quarter" idx="16"/>
          </p:nvPr>
        </p:nvPicPr>
        <p:blipFill>
          <a:blip r:embed="rId5"/>
          <a:srcRect l="3084" r="3084"/>
          <a:stretch>
            <a:fillRect/>
          </a:stretch>
        </p:blipFill>
        <p:spPr/>
      </p:pic>
      <p:pic>
        <p:nvPicPr>
          <p:cNvPr id="20" name="Picture Placeholder 19">
            <a:extLst>
              <a:ext uri="{FF2B5EF4-FFF2-40B4-BE49-F238E27FC236}">
                <a16:creationId xmlns:a16="http://schemas.microsoft.com/office/drawing/2014/main" id="{6674BD1C-0307-B620-F3A4-72B8ACA86C8D}"/>
              </a:ext>
            </a:extLst>
          </p:cNvPr>
          <p:cNvPicPr>
            <a:picLocks noGrp="1" noChangeAspect="1"/>
          </p:cNvPicPr>
          <p:nvPr>
            <p:ph type="pic" sz="quarter" idx="17"/>
          </p:nvPr>
        </p:nvPicPr>
        <p:blipFill rotWithShape="1">
          <a:blip r:embed="rId6"/>
          <a:srcRect l="-524" r="168"/>
          <a:stretch/>
        </p:blipFill>
        <p:spPr>
          <a:xfrm>
            <a:off x="2517647" y="4087368"/>
            <a:ext cx="4988622" cy="2194560"/>
          </a:xfrm>
        </p:spPr>
      </p:pic>
      <p:pic>
        <p:nvPicPr>
          <p:cNvPr id="22" name="Picture Placeholder 21" descr="Graphical user interface, application&#10;&#10;Description automatically generated">
            <a:extLst>
              <a:ext uri="{FF2B5EF4-FFF2-40B4-BE49-F238E27FC236}">
                <a16:creationId xmlns:a16="http://schemas.microsoft.com/office/drawing/2014/main" id="{E2A521D1-A4E4-D292-B391-45526237D668}"/>
              </a:ext>
            </a:extLst>
          </p:cNvPr>
          <p:cNvPicPr>
            <a:picLocks noGrp="1" noChangeAspect="1"/>
          </p:cNvPicPr>
          <p:nvPr>
            <p:ph type="pic" sz="quarter" idx="19"/>
          </p:nvPr>
        </p:nvPicPr>
        <p:blipFill rotWithShape="1">
          <a:blip r:embed="rId7"/>
          <a:srcRect r="-3458"/>
          <a:stretch/>
        </p:blipFill>
        <p:spPr>
          <a:xfrm>
            <a:off x="7506269" y="4087368"/>
            <a:ext cx="4258101" cy="2194560"/>
          </a:xfrm>
        </p:spPr>
      </p:pic>
    </p:spTree>
    <p:extLst>
      <p:ext uri="{BB962C8B-B14F-4D97-AF65-F5344CB8AC3E}">
        <p14:creationId xmlns:p14="http://schemas.microsoft.com/office/powerpoint/2010/main" val="29433759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6A8C9-9EB6-43DA-BD3E-58FAC144BF5C}"/>
              </a:ext>
            </a:extLst>
          </p:cNvPr>
          <p:cNvSpPr>
            <a:spLocks noGrp="1"/>
          </p:cNvSpPr>
          <p:nvPr>
            <p:ph type="title"/>
          </p:nvPr>
        </p:nvSpPr>
        <p:spPr>
          <a:xfrm>
            <a:off x="457199" y="914400"/>
            <a:ext cx="5605272" cy="1572126"/>
          </a:xfrm>
        </p:spPr>
        <p:txBody>
          <a:bodyPr anchor="ctr" anchorCtr="0"/>
          <a:lstStyle/>
          <a:p>
            <a:r>
              <a:rPr lang="en-US" dirty="0"/>
              <a:t>Cover letter</a:t>
            </a:r>
          </a:p>
        </p:txBody>
      </p:sp>
      <p:sp>
        <p:nvSpPr>
          <p:cNvPr id="3" name="Text Placeholder 2">
            <a:extLst>
              <a:ext uri="{FF2B5EF4-FFF2-40B4-BE49-F238E27FC236}">
                <a16:creationId xmlns:a16="http://schemas.microsoft.com/office/drawing/2014/main" id="{50EACE68-C884-4900-BA05-58DEA1511030}"/>
              </a:ext>
            </a:extLst>
          </p:cNvPr>
          <p:cNvSpPr>
            <a:spLocks noGrp="1"/>
          </p:cNvSpPr>
          <p:nvPr>
            <p:ph type="body" sz="quarter" idx="14"/>
          </p:nvPr>
        </p:nvSpPr>
        <p:spPr>
          <a:xfrm>
            <a:off x="457200" y="3072384"/>
            <a:ext cx="4946904" cy="2871216"/>
          </a:xfrm>
        </p:spPr>
        <p:txBody>
          <a:bodyPr/>
          <a:lstStyle/>
          <a:p>
            <a:pPr marL="285750" indent="-285750">
              <a:buFont typeface="Wingdings" panose="05000000000000000000" pitchFamily="2" charset="2"/>
              <a:buChar char="q"/>
            </a:pPr>
            <a:r>
              <a:rPr lang="en-US" dirty="0"/>
              <a:t>Same Font</a:t>
            </a:r>
          </a:p>
          <a:p>
            <a:pPr marL="285750" indent="-285750">
              <a:buFont typeface="Wingdings" panose="05000000000000000000" pitchFamily="2" charset="2"/>
              <a:buChar char="q"/>
            </a:pPr>
            <a:r>
              <a:rPr lang="en-US" dirty="0"/>
              <a:t>Same Size</a:t>
            </a:r>
          </a:p>
          <a:p>
            <a:pPr marL="285750" indent="-285750">
              <a:buFont typeface="Wingdings" panose="05000000000000000000" pitchFamily="2" charset="2"/>
              <a:buChar char="q"/>
            </a:pPr>
            <a:r>
              <a:rPr lang="en-US" dirty="0"/>
              <a:t>NO Bold</a:t>
            </a:r>
          </a:p>
          <a:p>
            <a:pPr marL="285750" indent="-285750">
              <a:buFont typeface="Wingdings" panose="05000000000000000000" pitchFamily="2" charset="2"/>
              <a:buChar char="q"/>
            </a:pPr>
            <a:r>
              <a:rPr lang="en-US" dirty="0"/>
              <a:t>No Italic</a:t>
            </a:r>
          </a:p>
          <a:p>
            <a:pPr marL="285750" indent="-285750">
              <a:buFont typeface="Wingdings" panose="05000000000000000000" pitchFamily="2" charset="2"/>
              <a:buChar char="q"/>
            </a:pPr>
            <a:r>
              <a:rPr lang="en-US" dirty="0"/>
              <a:t>Not too long</a:t>
            </a:r>
          </a:p>
          <a:p>
            <a:endParaRPr lang="en-US" dirty="0"/>
          </a:p>
          <a:p>
            <a:endParaRPr lang="en-US" dirty="0"/>
          </a:p>
          <a:p>
            <a:endParaRPr lang="en-US" dirty="0"/>
          </a:p>
        </p:txBody>
      </p:sp>
      <p:pic>
        <p:nvPicPr>
          <p:cNvPr id="8" name="Picture Placeholder 7">
            <a:extLst>
              <a:ext uri="{FF2B5EF4-FFF2-40B4-BE49-F238E27FC236}">
                <a16:creationId xmlns:a16="http://schemas.microsoft.com/office/drawing/2014/main" id="{285E2395-F258-4D5F-8EC1-2192791DA18B}"/>
              </a:ext>
            </a:extLst>
          </p:cNvPr>
          <p:cNvPicPr>
            <a:picLocks noGrp="1" noChangeAspect="1"/>
          </p:cNvPicPr>
          <p:nvPr>
            <p:ph type="pic" sz="quarter" idx="15"/>
          </p:nvPr>
        </p:nvPicPr>
        <p:blipFill>
          <a:blip r:embed="rId2">
            <a:extLst>
              <a:ext uri="{837473B0-CC2E-450A-ABE3-18F120FF3D39}">
                <a1611:picAttrSrcUrl xmlns:a1611="http://schemas.microsoft.com/office/drawing/2016/11/main" r:id="rId3"/>
              </a:ext>
            </a:extLst>
          </a:blip>
          <a:srcRect t="305" b="305"/>
          <a:stretch/>
        </p:blipFill>
        <p:spPr>
          <a:xfrm>
            <a:off x="6679095" y="265044"/>
            <a:ext cx="5055705" cy="6347792"/>
          </a:xfrm>
        </p:spPr>
      </p:pic>
      <p:sp>
        <p:nvSpPr>
          <p:cNvPr id="4" name="TextBox 3">
            <a:extLst>
              <a:ext uri="{FF2B5EF4-FFF2-40B4-BE49-F238E27FC236}">
                <a16:creationId xmlns:a16="http://schemas.microsoft.com/office/drawing/2014/main" id="{4C45E398-5BC9-F86C-38DF-E498E63CE02C}"/>
              </a:ext>
            </a:extLst>
          </p:cNvPr>
          <p:cNvSpPr txBox="1"/>
          <p:nvPr/>
        </p:nvSpPr>
        <p:spPr>
          <a:xfrm>
            <a:off x="7171944" y="6858000"/>
            <a:ext cx="4562856" cy="230832"/>
          </a:xfrm>
          <a:prstGeom prst="rect">
            <a:avLst/>
          </a:prstGeom>
          <a:noFill/>
        </p:spPr>
        <p:txBody>
          <a:bodyPr wrap="square" rtlCol="0">
            <a:spAutoFit/>
          </a:bodyPr>
          <a:lstStyle/>
          <a:p>
            <a:r>
              <a:rPr lang="en-US" sz="900">
                <a:hlinkClick r:id="rId3" tooltip="https://ecampusontario.pressbooks.pub/writingcorrections/chapter/sample-chapter/"/>
              </a:rPr>
              <a:t>This Photo</a:t>
            </a:r>
            <a:r>
              <a:rPr lang="en-US" sz="900"/>
              <a:t> by Unknown Author is licensed under </a:t>
            </a:r>
            <a:r>
              <a:rPr lang="en-US" sz="900">
                <a:hlinkClick r:id="rId4" tooltip="https://creativecommons.org/licenses/by/3.0/"/>
              </a:rPr>
              <a:t>CC BY</a:t>
            </a:r>
            <a:endParaRPr lang="en-US" sz="900"/>
          </a:p>
        </p:txBody>
      </p:sp>
    </p:spTree>
    <p:extLst>
      <p:ext uri="{BB962C8B-B14F-4D97-AF65-F5344CB8AC3E}">
        <p14:creationId xmlns:p14="http://schemas.microsoft.com/office/powerpoint/2010/main" val="16461389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40919-0B53-17B4-8C98-C42BE363061F}"/>
              </a:ext>
            </a:extLst>
          </p:cNvPr>
          <p:cNvSpPr>
            <a:spLocks noGrp="1"/>
          </p:cNvSpPr>
          <p:nvPr>
            <p:ph type="title"/>
          </p:nvPr>
        </p:nvSpPr>
        <p:spPr/>
        <p:txBody>
          <a:bodyPr/>
          <a:lstStyle/>
          <a:p>
            <a:r>
              <a:rPr lang="en-SG" b="1" i="0" dirty="0">
                <a:effectLst/>
                <a:latin typeface="Noto Sans" panose="020B0502040504020204" pitchFamily="34" charset="0"/>
              </a:rPr>
              <a:t>Key takeaways:</a:t>
            </a:r>
            <a:endParaRPr lang="en-US" dirty="0"/>
          </a:p>
        </p:txBody>
      </p:sp>
      <p:sp>
        <p:nvSpPr>
          <p:cNvPr id="3" name="Text Placeholder 2">
            <a:extLst>
              <a:ext uri="{FF2B5EF4-FFF2-40B4-BE49-F238E27FC236}">
                <a16:creationId xmlns:a16="http://schemas.microsoft.com/office/drawing/2014/main" id="{97C539C7-0B65-599F-D61B-7E8B7FC30305}"/>
              </a:ext>
            </a:extLst>
          </p:cNvPr>
          <p:cNvSpPr>
            <a:spLocks noGrp="1"/>
          </p:cNvSpPr>
          <p:nvPr>
            <p:ph type="body" sz="quarter" idx="14"/>
          </p:nvPr>
        </p:nvSpPr>
        <p:spPr>
          <a:xfrm>
            <a:off x="276447" y="2668776"/>
            <a:ext cx="5786023" cy="3359888"/>
          </a:xfrm>
        </p:spPr>
        <p:txBody>
          <a:bodyPr/>
          <a:lstStyle/>
          <a:p>
            <a:pPr algn="l">
              <a:buFont typeface="Arial" panose="020B0604020202020204" pitchFamily="34" charset="0"/>
              <a:buChar char="•"/>
            </a:pPr>
            <a:r>
              <a:rPr lang="en-US" b="0" i="0" dirty="0">
                <a:solidFill>
                  <a:srgbClr val="FFFF00"/>
                </a:solidFill>
                <a:effectLst/>
                <a:latin typeface="Noto Sans" panose="020B0502040504020204" pitchFamily="34" charset="0"/>
              </a:rPr>
              <a:t>A cover letter lets you explain why you're a good fit for the role and company.</a:t>
            </a:r>
          </a:p>
          <a:p>
            <a:pPr algn="l">
              <a:buFont typeface="Arial" panose="020B0604020202020204" pitchFamily="34" charset="0"/>
              <a:buChar char="•"/>
            </a:pPr>
            <a:r>
              <a:rPr lang="en-US" b="0" i="0" dirty="0">
                <a:solidFill>
                  <a:srgbClr val="FFFF00"/>
                </a:solidFill>
                <a:effectLst/>
                <a:latin typeface="Noto Sans" panose="020B0502040504020204" pitchFamily="34" charset="0"/>
              </a:rPr>
              <a:t>Format cover letters like a standard business letter.</a:t>
            </a:r>
          </a:p>
          <a:p>
            <a:pPr algn="l">
              <a:buFont typeface="Arial" panose="020B0604020202020204" pitchFamily="34" charset="0"/>
              <a:buChar char="•"/>
            </a:pPr>
            <a:r>
              <a:rPr lang="en-US" b="0" i="0" dirty="0">
                <a:solidFill>
                  <a:srgbClr val="FFFF00"/>
                </a:solidFill>
                <a:effectLst/>
                <a:latin typeface="Noto Sans" panose="020B0502040504020204" pitchFamily="34" charset="0"/>
              </a:rPr>
              <a:t>Customize each cover letter for the specific job you're seeking.</a:t>
            </a:r>
          </a:p>
          <a:p>
            <a:endParaRPr lang="en-US" dirty="0"/>
          </a:p>
          <a:p>
            <a:endParaRPr lang="en-US" dirty="0"/>
          </a:p>
          <a:p>
            <a:endParaRPr lang="en-US" dirty="0"/>
          </a:p>
        </p:txBody>
      </p:sp>
      <p:pic>
        <p:nvPicPr>
          <p:cNvPr id="6" name="Picture Placeholder 5" descr="Text, letter&#10;&#10;Description automatically generated">
            <a:extLst>
              <a:ext uri="{FF2B5EF4-FFF2-40B4-BE49-F238E27FC236}">
                <a16:creationId xmlns:a16="http://schemas.microsoft.com/office/drawing/2014/main" id="{4B692EAE-A38A-2A78-57C3-9E2529FCD362}"/>
              </a:ext>
            </a:extLst>
          </p:cNvPr>
          <p:cNvPicPr>
            <a:picLocks noGrp="1" noChangeAspect="1"/>
          </p:cNvPicPr>
          <p:nvPr>
            <p:ph type="pic" sz="quarter" idx="15"/>
          </p:nvPr>
        </p:nvPicPr>
        <p:blipFill>
          <a:blip r:embed="rId2">
            <a:extLst>
              <a:ext uri="{837473B0-CC2E-450A-ABE3-18F120FF3D39}">
                <a1611:picAttrSrcUrl xmlns:a1611="http://schemas.microsoft.com/office/drawing/2016/11/main" r:id="rId3"/>
              </a:ext>
            </a:extLst>
          </a:blip>
          <a:srcRect t="342" b="342"/>
          <a:stretch>
            <a:fillRect/>
          </a:stretch>
        </p:blipFill>
        <p:spPr>
          <a:xfrm>
            <a:off x="6056376" y="265043"/>
            <a:ext cx="5678425" cy="6592957"/>
          </a:xfrm>
        </p:spPr>
      </p:pic>
      <p:sp>
        <p:nvSpPr>
          <p:cNvPr id="7" name="TextBox 6">
            <a:extLst>
              <a:ext uri="{FF2B5EF4-FFF2-40B4-BE49-F238E27FC236}">
                <a16:creationId xmlns:a16="http://schemas.microsoft.com/office/drawing/2014/main" id="{99A0A5FF-6C5E-76F0-491E-D1E361081D1A}"/>
              </a:ext>
            </a:extLst>
          </p:cNvPr>
          <p:cNvSpPr txBox="1"/>
          <p:nvPr/>
        </p:nvSpPr>
        <p:spPr>
          <a:xfrm>
            <a:off x="6129531" y="6858000"/>
            <a:ext cx="5678425" cy="230832"/>
          </a:xfrm>
          <a:prstGeom prst="rect">
            <a:avLst/>
          </a:prstGeom>
          <a:noFill/>
        </p:spPr>
        <p:txBody>
          <a:bodyPr wrap="square" rtlCol="0">
            <a:spAutoFit/>
          </a:bodyPr>
          <a:lstStyle/>
          <a:p>
            <a:r>
              <a:rPr lang="en-US" sz="900">
                <a:hlinkClick r:id="rId3" tooltip="https://ecampusontario.pressbooks.pub/writingcorrections/chapter/sample-chapter/"/>
              </a:rPr>
              <a:t>This Photo</a:t>
            </a:r>
            <a:r>
              <a:rPr lang="en-US" sz="900"/>
              <a:t> by Unknown Author is licensed under </a:t>
            </a:r>
            <a:r>
              <a:rPr lang="en-US" sz="900">
                <a:hlinkClick r:id="rId4" tooltip="https://creativecommons.org/licenses/by/3.0/"/>
              </a:rPr>
              <a:t>CC BY</a:t>
            </a:r>
            <a:endParaRPr lang="en-US" sz="900"/>
          </a:p>
        </p:txBody>
      </p:sp>
    </p:spTree>
    <p:extLst>
      <p:ext uri="{BB962C8B-B14F-4D97-AF65-F5344CB8AC3E}">
        <p14:creationId xmlns:p14="http://schemas.microsoft.com/office/powerpoint/2010/main" val="40562787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7FE5E-F152-A07C-5C8D-D9553D887EA4}"/>
              </a:ext>
            </a:extLst>
          </p:cNvPr>
          <p:cNvSpPr>
            <a:spLocks noGrp="1"/>
          </p:cNvSpPr>
          <p:nvPr>
            <p:ph type="title"/>
          </p:nvPr>
        </p:nvSpPr>
        <p:spPr/>
        <p:txBody>
          <a:bodyPr/>
          <a:lstStyle/>
          <a:p>
            <a:endParaRPr lang="en-SG"/>
          </a:p>
        </p:txBody>
      </p:sp>
      <p:sp>
        <p:nvSpPr>
          <p:cNvPr id="3" name="Text Placeholder 2">
            <a:extLst>
              <a:ext uri="{FF2B5EF4-FFF2-40B4-BE49-F238E27FC236}">
                <a16:creationId xmlns:a16="http://schemas.microsoft.com/office/drawing/2014/main" id="{E0D7954D-B89F-819B-6447-0CA4A14A69E6}"/>
              </a:ext>
            </a:extLst>
          </p:cNvPr>
          <p:cNvSpPr>
            <a:spLocks noGrp="1"/>
          </p:cNvSpPr>
          <p:nvPr>
            <p:ph type="body" sz="quarter" idx="14"/>
          </p:nvPr>
        </p:nvSpPr>
        <p:spPr>
          <a:xfrm>
            <a:off x="-2209799" y="4326703"/>
            <a:ext cx="5151144" cy="1900040"/>
          </a:xfrm>
        </p:spPr>
        <p:txBody>
          <a:bodyPr/>
          <a:lstStyle/>
          <a:p>
            <a:endParaRPr lang="en-SG" dirty="0"/>
          </a:p>
        </p:txBody>
      </p:sp>
      <p:pic>
        <p:nvPicPr>
          <p:cNvPr id="1026" name="Picture 2" descr="Cover Letter Format">
            <a:extLst>
              <a:ext uri="{FF2B5EF4-FFF2-40B4-BE49-F238E27FC236}">
                <a16:creationId xmlns:a16="http://schemas.microsoft.com/office/drawing/2014/main" id="{C2A8D78E-D762-D796-772D-41600E7323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71411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26565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29CF8-C1B3-5763-BAD2-7AAE363282E2}"/>
              </a:ext>
            </a:extLst>
          </p:cNvPr>
          <p:cNvSpPr>
            <a:spLocks noGrp="1"/>
          </p:cNvSpPr>
          <p:nvPr>
            <p:ph type="title"/>
          </p:nvPr>
        </p:nvSpPr>
        <p:spPr>
          <a:xfrm>
            <a:off x="457198" y="914400"/>
            <a:ext cx="8984513" cy="1572126"/>
          </a:xfrm>
        </p:spPr>
        <p:txBody>
          <a:bodyPr>
            <a:normAutofit/>
          </a:bodyPr>
          <a:lstStyle/>
          <a:p>
            <a:r>
              <a:rPr lang="en-US" dirty="0">
                <a:hlinkClick r:id="rId2">
                  <a:extLst>
                    <a:ext uri="{A12FA001-AC4F-418D-AE19-62706E023703}">
                      <ahyp:hlinkClr xmlns:ahyp="http://schemas.microsoft.com/office/drawing/2018/hyperlinkcolor" val="tx"/>
                    </a:ext>
                  </a:extLst>
                </a:hlinkClick>
              </a:rPr>
              <a:t>How To Write a Cover Letter (With Steps, Examples and Tips) | Indeed.com</a:t>
            </a:r>
            <a:endParaRPr lang="en-SG" dirty="0"/>
          </a:p>
        </p:txBody>
      </p:sp>
      <p:sp>
        <p:nvSpPr>
          <p:cNvPr id="3" name="Text Placeholder 2">
            <a:extLst>
              <a:ext uri="{FF2B5EF4-FFF2-40B4-BE49-F238E27FC236}">
                <a16:creationId xmlns:a16="http://schemas.microsoft.com/office/drawing/2014/main" id="{E4BACFE3-0734-1956-F006-E1A215DD1206}"/>
              </a:ext>
            </a:extLst>
          </p:cNvPr>
          <p:cNvSpPr>
            <a:spLocks noGrp="1"/>
          </p:cNvSpPr>
          <p:nvPr>
            <p:ph type="body" sz="quarter" idx="14"/>
          </p:nvPr>
        </p:nvSpPr>
        <p:spPr>
          <a:xfrm>
            <a:off x="451103" y="2721510"/>
            <a:ext cx="11542423" cy="2871216"/>
          </a:xfrm>
        </p:spPr>
        <p:txBody>
          <a:bodyPr/>
          <a:lstStyle/>
          <a:p>
            <a:pPr algn="l"/>
            <a:r>
              <a:rPr lang="en-US" b="0" i="0" dirty="0">
                <a:solidFill>
                  <a:srgbClr val="2D2D2D"/>
                </a:solidFill>
                <a:effectLst/>
                <a:latin typeface="Noto Sans" panose="020B0502040204020203" pitchFamily="34" charset="0"/>
              </a:rPr>
              <a:t>A cover letter should include the following parts:                               </a:t>
            </a:r>
          </a:p>
          <a:p>
            <a:pPr algn="l">
              <a:buFont typeface="+mj-lt"/>
              <a:buAutoNum type="arabicPeriod"/>
            </a:pPr>
            <a:r>
              <a:rPr lang="en-US" b="0" i="0" dirty="0">
                <a:solidFill>
                  <a:srgbClr val="2D2D2D"/>
                </a:solidFill>
                <a:effectLst/>
                <a:latin typeface="Noto Sans" panose="020B0502040204020203" pitchFamily="34" charset="0"/>
              </a:rPr>
              <a:t>Header</a:t>
            </a:r>
          </a:p>
          <a:p>
            <a:pPr algn="l">
              <a:buFont typeface="+mj-lt"/>
              <a:buAutoNum type="arabicPeriod"/>
            </a:pPr>
            <a:r>
              <a:rPr lang="en-US" b="0" i="0" dirty="0">
                <a:solidFill>
                  <a:srgbClr val="2D2D2D"/>
                </a:solidFill>
                <a:effectLst/>
                <a:latin typeface="Noto Sans" panose="020B0502040204020203" pitchFamily="34" charset="0"/>
              </a:rPr>
              <a:t>Salutation</a:t>
            </a:r>
          </a:p>
          <a:p>
            <a:pPr algn="l">
              <a:buFont typeface="+mj-lt"/>
              <a:buAutoNum type="arabicPeriod"/>
            </a:pPr>
            <a:r>
              <a:rPr lang="en-US" b="0" i="0" dirty="0">
                <a:solidFill>
                  <a:srgbClr val="2D2D2D"/>
                </a:solidFill>
                <a:effectLst/>
                <a:latin typeface="Noto Sans" panose="020B0502040204020203" pitchFamily="34" charset="0"/>
              </a:rPr>
              <a:t>Introduction</a:t>
            </a:r>
          </a:p>
          <a:p>
            <a:pPr algn="l">
              <a:buFont typeface="+mj-lt"/>
              <a:buAutoNum type="arabicPeriod"/>
            </a:pPr>
            <a:r>
              <a:rPr lang="en-US" b="0" i="0" dirty="0">
                <a:solidFill>
                  <a:srgbClr val="2D2D2D"/>
                </a:solidFill>
                <a:effectLst/>
                <a:latin typeface="Noto Sans" panose="020B0502040204020203" pitchFamily="34" charset="0"/>
              </a:rPr>
              <a:t>Body paragraph</a:t>
            </a:r>
          </a:p>
          <a:p>
            <a:pPr algn="l">
              <a:buFont typeface="+mj-lt"/>
              <a:buAutoNum type="arabicPeriod"/>
            </a:pPr>
            <a:r>
              <a:rPr lang="en-US" b="0" i="0" dirty="0">
                <a:solidFill>
                  <a:srgbClr val="2D2D2D"/>
                </a:solidFill>
                <a:effectLst/>
                <a:latin typeface="Noto Sans" panose="020B0502040204020203" pitchFamily="34" charset="0"/>
              </a:rPr>
              <a:t>Closing paragraph</a:t>
            </a:r>
          </a:p>
          <a:p>
            <a:pPr algn="l">
              <a:buFont typeface="+mj-lt"/>
              <a:buAutoNum type="arabicPeriod"/>
            </a:pPr>
            <a:r>
              <a:rPr lang="en-US" b="0" i="0" dirty="0">
                <a:solidFill>
                  <a:srgbClr val="2D2D2D"/>
                </a:solidFill>
                <a:effectLst/>
                <a:latin typeface="Noto Sans" panose="020B0502040204020203" pitchFamily="34" charset="0"/>
              </a:rPr>
              <a:t>Letter ending and signature</a:t>
            </a:r>
          </a:p>
          <a:p>
            <a:endParaRPr lang="en-SG" dirty="0"/>
          </a:p>
        </p:txBody>
      </p:sp>
    </p:spTree>
    <p:extLst>
      <p:ext uri="{BB962C8B-B14F-4D97-AF65-F5344CB8AC3E}">
        <p14:creationId xmlns:p14="http://schemas.microsoft.com/office/powerpoint/2010/main" val="23506640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a:extLst>
              <a:ext uri="{FF2B5EF4-FFF2-40B4-BE49-F238E27FC236}">
                <a16:creationId xmlns:a16="http://schemas.microsoft.com/office/drawing/2014/main" id="{0C09E06C-5B2D-63B6-80DE-9D5ACF1C888B}"/>
              </a:ext>
            </a:extLst>
          </p:cNvPr>
          <p:cNvPicPr>
            <a:picLocks noGrp="1" noChangeAspect="1"/>
          </p:cNvPicPr>
          <p:nvPr>
            <p:ph type="pic" sz="quarter" idx="13"/>
          </p:nvPr>
        </p:nvPicPr>
        <p:blipFill>
          <a:blip r:embed="rId2">
            <a:extLst>
              <a:ext uri="{837473B0-CC2E-450A-ABE3-18F120FF3D39}">
                <a1611:picAttrSrcUrl xmlns:a1611="http://schemas.microsoft.com/office/drawing/2016/11/main" r:id="rId3"/>
              </a:ext>
            </a:extLst>
          </a:blip>
          <a:srcRect t="12500" b="12500"/>
          <a:stretch>
            <a:fillRect/>
          </a:stretch>
        </p:blipFill>
        <p:spPr>
          <a:xfrm>
            <a:off x="-106018" y="-145774"/>
            <a:ext cx="12192000" cy="7003774"/>
          </a:xfrm>
        </p:spPr>
      </p:pic>
      <p:sp>
        <p:nvSpPr>
          <p:cNvPr id="3" name="Title 2">
            <a:extLst>
              <a:ext uri="{FF2B5EF4-FFF2-40B4-BE49-F238E27FC236}">
                <a16:creationId xmlns:a16="http://schemas.microsoft.com/office/drawing/2014/main" id="{2154E31B-22F9-B5A4-BA4B-E47BA01EF19D}"/>
              </a:ext>
            </a:extLst>
          </p:cNvPr>
          <p:cNvSpPr>
            <a:spLocks noGrp="1"/>
          </p:cNvSpPr>
          <p:nvPr>
            <p:ph type="title"/>
          </p:nvPr>
        </p:nvSpPr>
        <p:spPr>
          <a:xfrm>
            <a:off x="0" y="5804452"/>
            <a:ext cx="4764157" cy="1449258"/>
          </a:xfrm>
        </p:spPr>
        <p:txBody>
          <a:bodyPr>
            <a:normAutofit/>
          </a:bodyPr>
          <a:lstStyle/>
          <a:p>
            <a:r>
              <a:rPr lang="en-US" b="1" dirty="0">
                <a:solidFill>
                  <a:schemeClr val="accent3">
                    <a:lumMod val="75000"/>
                  </a:schemeClr>
                </a:solidFill>
                <a:latin typeface="+mn-lt"/>
              </a:rPr>
              <a:t>Lets try together</a:t>
            </a:r>
          </a:p>
        </p:txBody>
      </p:sp>
      <p:sp>
        <p:nvSpPr>
          <p:cNvPr id="6" name="TextBox 5">
            <a:extLst>
              <a:ext uri="{FF2B5EF4-FFF2-40B4-BE49-F238E27FC236}">
                <a16:creationId xmlns:a16="http://schemas.microsoft.com/office/drawing/2014/main" id="{B0EDC2FB-5141-CA83-F424-EC3E19872C56}"/>
              </a:ext>
            </a:extLst>
          </p:cNvPr>
          <p:cNvSpPr txBox="1"/>
          <p:nvPr/>
        </p:nvSpPr>
        <p:spPr>
          <a:xfrm>
            <a:off x="0" y="6858000"/>
            <a:ext cx="12192000" cy="230832"/>
          </a:xfrm>
          <a:prstGeom prst="rect">
            <a:avLst/>
          </a:prstGeom>
          <a:noFill/>
        </p:spPr>
        <p:txBody>
          <a:bodyPr wrap="square" rtlCol="0">
            <a:spAutoFit/>
          </a:bodyPr>
          <a:lstStyle/>
          <a:p>
            <a:r>
              <a:rPr lang="en-US" sz="900">
                <a:hlinkClick r:id="rId3" tooltip="https://nancysblog-seeker.blogspot.com/2012_11_01_archive.html"/>
              </a:rPr>
              <a:t>This Photo</a:t>
            </a:r>
            <a:r>
              <a:rPr lang="en-US" sz="900"/>
              <a:t> by Unknown Author is licensed under </a:t>
            </a:r>
            <a:r>
              <a:rPr lang="en-US" sz="900">
                <a:hlinkClick r:id="rId4" tooltip="https://creativecommons.org/licenses/by-nc-sa/3.0/"/>
              </a:rPr>
              <a:t>CC BY-SA-NC</a:t>
            </a:r>
            <a:endParaRPr lang="en-US" sz="900"/>
          </a:p>
        </p:txBody>
      </p:sp>
    </p:spTree>
    <p:extLst>
      <p:ext uri="{BB962C8B-B14F-4D97-AF65-F5344CB8AC3E}">
        <p14:creationId xmlns:p14="http://schemas.microsoft.com/office/powerpoint/2010/main" val="1431733915"/>
      </p:ext>
    </p:extLst>
  </p:cSld>
  <p:clrMapOvr>
    <a:masterClrMapping/>
  </p:clrMapOvr>
</p:sld>
</file>

<file path=ppt/theme/theme1.xml><?xml version="1.0" encoding="utf-8"?>
<a:theme xmlns:a="http://schemas.openxmlformats.org/drawingml/2006/main" name="Balancing Act">
  <a:themeElements>
    <a:clrScheme name="Balancing Act">
      <a:dk1>
        <a:sysClr val="windowText" lastClr="000000"/>
      </a:dk1>
      <a:lt1>
        <a:sysClr val="window" lastClr="FFFFFF"/>
      </a:lt1>
      <a:dk2>
        <a:srgbClr val="8A4C5D"/>
      </a:dk2>
      <a:lt2>
        <a:srgbClr val="9E838E"/>
      </a:lt2>
      <a:accent1>
        <a:srgbClr val="C6ADB0"/>
      </a:accent1>
      <a:accent2>
        <a:srgbClr val="E3C0BF"/>
      </a:accent2>
      <a:accent3>
        <a:srgbClr val="D4937F"/>
      </a:accent3>
      <a:accent4>
        <a:srgbClr val="CCB87E"/>
      </a:accent4>
      <a:accent5>
        <a:srgbClr val="6667AB"/>
      </a:accent5>
      <a:accent6>
        <a:srgbClr val="86A094"/>
      </a:accent6>
      <a:hlink>
        <a:srgbClr val="0563C1"/>
      </a:hlink>
      <a:folHlink>
        <a:srgbClr val="954F72"/>
      </a:folHlink>
    </a:clrScheme>
    <a:fontScheme name="Custom 15">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areer coaching center yangon   2022.potx" id="{DB80B1E0-F0EE-4B7E-8681-8B58E8D60489}" vid="{F859C4A1-F9BB-4911-B4BA-E3C47ED1B474}"/>
    </a:ext>
  </a:extLst>
</a:theme>
</file>

<file path=ppt/theme/theme2.xml><?xml version="1.0" encoding="utf-8"?>
<a:theme xmlns:a="http://schemas.openxmlformats.org/drawingml/2006/main" name="Wellspring">
  <a:themeElements>
    <a:clrScheme name="Wellspring">
      <a:dk1>
        <a:sysClr val="windowText" lastClr="000000"/>
      </a:dk1>
      <a:lt1>
        <a:sysClr val="window" lastClr="FFFFFF"/>
      </a:lt1>
      <a:dk2>
        <a:srgbClr val="A1CAC9"/>
      </a:dk2>
      <a:lt2>
        <a:srgbClr val="48996B"/>
      </a:lt2>
      <a:accent1>
        <a:srgbClr val="759F51"/>
      </a:accent1>
      <a:accent2>
        <a:srgbClr val="436A2F"/>
      </a:accent2>
      <a:accent3>
        <a:srgbClr val="CFBF54"/>
      </a:accent3>
      <a:accent4>
        <a:srgbClr val="B3832F"/>
      </a:accent4>
      <a:accent5>
        <a:srgbClr val="8C5896"/>
      </a:accent5>
      <a:accent6>
        <a:srgbClr val="6667AB"/>
      </a:accent6>
      <a:hlink>
        <a:srgbClr val="0563C1"/>
      </a:hlink>
      <a:folHlink>
        <a:srgbClr val="954F72"/>
      </a:folHlink>
    </a:clrScheme>
    <a:fontScheme name="Custom 15">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areer coaching center yangon   2022.potx" id="{DB80B1E0-F0EE-4B7E-8681-8B58E8D60489}" vid="{8D00605A-36A7-49D0-BD7C-273E6AEC75F0}"/>
    </a:ext>
  </a:extLst>
</a:theme>
</file>

<file path=ppt/theme/theme3.xml><?xml version="1.0" encoding="utf-8"?>
<a:theme xmlns:a="http://schemas.openxmlformats.org/drawingml/2006/main" name="Star of the show">
  <a:themeElements>
    <a:clrScheme name="Star of the show">
      <a:dk1>
        <a:sysClr val="windowText" lastClr="000000"/>
      </a:dk1>
      <a:lt1>
        <a:sysClr val="window" lastClr="FFFFFF"/>
      </a:lt1>
      <a:dk2>
        <a:srgbClr val="29282D"/>
      </a:dk2>
      <a:lt2>
        <a:srgbClr val="625C60"/>
      </a:lt2>
      <a:accent1>
        <a:srgbClr val="7C6560"/>
      </a:accent1>
      <a:accent2>
        <a:srgbClr val="AEA392"/>
      </a:accent2>
      <a:accent3>
        <a:srgbClr val="DBD4D0"/>
      </a:accent3>
      <a:accent4>
        <a:srgbClr val="8E7961"/>
      </a:accent4>
      <a:accent5>
        <a:srgbClr val="F0EDE8"/>
      </a:accent5>
      <a:accent6>
        <a:srgbClr val="6667AB"/>
      </a:accent6>
      <a:hlink>
        <a:srgbClr val="0563C1"/>
      </a:hlink>
      <a:folHlink>
        <a:srgbClr val="954F72"/>
      </a:folHlink>
    </a:clrScheme>
    <a:fontScheme name="Custom 15">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areer coaching center yangon   2022.potx" id="{DB80B1E0-F0EE-4B7E-8681-8B58E8D60489}" vid="{A9B99E09-62FD-49BE-A385-F1807A825BA2}"/>
    </a:ext>
  </a:extLst>
</a:theme>
</file>

<file path=ppt/theme/theme4.xml><?xml version="1.0" encoding="utf-8"?>
<a:theme xmlns:a="http://schemas.openxmlformats.org/drawingml/2006/main" name="Amusements">
  <a:themeElements>
    <a:clrScheme name="Amusements">
      <a:dk1>
        <a:sysClr val="windowText" lastClr="000000"/>
      </a:dk1>
      <a:lt1>
        <a:sysClr val="window" lastClr="FFFFFF"/>
      </a:lt1>
      <a:dk2>
        <a:srgbClr val="D77E6F"/>
      </a:dk2>
      <a:lt2>
        <a:srgbClr val="6667AB"/>
      </a:lt2>
      <a:accent1>
        <a:srgbClr val="B38F6A"/>
      </a:accent1>
      <a:accent2>
        <a:srgbClr val="D75078"/>
      </a:accent2>
      <a:accent3>
        <a:srgbClr val="E288B6"/>
      </a:accent3>
      <a:accent4>
        <a:srgbClr val="E9445D"/>
      </a:accent4>
      <a:accent5>
        <a:srgbClr val="EEC272"/>
      </a:accent5>
      <a:accent6>
        <a:srgbClr val="85A0A9"/>
      </a:accent6>
      <a:hlink>
        <a:srgbClr val="0563C1"/>
      </a:hlink>
      <a:folHlink>
        <a:srgbClr val="954F72"/>
      </a:folHlink>
    </a:clrScheme>
    <a:fontScheme name="Custom 15">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areer coaching center yangon   2022.potx" id="{DB80B1E0-F0EE-4B7E-8681-8B58E8D60489}" vid="{3BBA8EBE-D9F2-4EF7-8DE4-C5948B085E29}"/>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EC6E9C20EA6FA44B068EE98A53A2AEA" ma:contentTypeVersion="2" ma:contentTypeDescription="Create a new document." ma:contentTypeScope="" ma:versionID="18ac76ffb02b8f27cf789c87cb082510">
  <xsd:schema xmlns:xsd="http://www.w3.org/2001/XMLSchema" xmlns:xs="http://www.w3.org/2001/XMLSchema" xmlns:p="http://schemas.microsoft.com/office/2006/metadata/properties" xmlns:ns3="42414df4-32a6-4735-b4b4-beda93fb0de2" targetNamespace="http://schemas.microsoft.com/office/2006/metadata/properties" ma:root="true" ma:fieldsID="8ebe710863aab4ad27ea6a9ed2dec736" ns3:_="">
    <xsd:import namespace="42414df4-32a6-4735-b4b4-beda93fb0de2"/>
    <xsd:element name="properties">
      <xsd:complexType>
        <xsd:sequence>
          <xsd:element name="documentManagement">
            <xsd:complexType>
              <xsd:all>
                <xsd:element ref="ns3:MediaServiceMetadata" minOccurs="0"/>
                <xsd:element ref="ns3: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2414df4-32a6-4735-b4b4-beda93fb0de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4717070-938D-47B6-8451-ABECDBCCED9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2414df4-32a6-4735-b4b4-beda93fb0de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FA18C64-9BC9-4E06-AA3C-43941468B2D9}">
  <ds:schemaRefs>
    <ds:schemaRef ds:uri="http://schemas.microsoft.com/sharepoint/v3/contenttype/forms"/>
  </ds:schemaRefs>
</ds:datastoreItem>
</file>

<file path=customXml/itemProps3.xml><?xml version="1.0" encoding="utf-8"?>
<ds:datastoreItem xmlns:ds="http://schemas.openxmlformats.org/officeDocument/2006/customXml" ds:itemID="{32621700-614B-4269-AB1A-64BC12130F6D}">
  <ds:schemaRefs>
    <ds:schemaRef ds:uri="http://schemas.openxmlformats.org/package/2006/metadata/core-properties"/>
    <ds:schemaRef ds:uri="http://schemas.microsoft.com/office/2006/metadata/properties"/>
    <ds:schemaRef ds:uri="42414df4-32a6-4735-b4b4-beda93fb0de2"/>
    <ds:schemaRef ds:uri="http://purl.org/dc/elements/1.1/"/>
    <ds:schemaRef ds:uri="http://schemas.microsoft.com/office/2006/documentManagement/types"/>
    <ds:schemaRef ds:uri="http://purl.org/dc/dcmitype/"/>
    <ds:schemaRef ds:uri="http://www.w3.org/XML/1998/namespace"/>
    <ds:schemaRef ds:uri="http://schemas.microsoft.com/office/infopath/2007/PartnerControls"/>
    <ds:schemaRef ds:uri="http://purl.org/dc/terms/"/>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Career coaching center yangon   2022</Template>
  <TotalTime>791</TotalTime>
  <Words>959</Words>
  <Application>Microsoft Office PowerPoint</Application>
  <PresentationFormat>Widescreen</PresentationFormat>
  <Paragraphs>112</Paragraphs>
  <Slides>19</Slides>
  <Notes>4</Notes>
  <HiddenSlides>0</HiddenSlides>
  <MMClips>0</MMClips>
  <ScaleCrop>false</ScaleCrop>
  <HeadingPairs>
    <vt:vector size="6" baseType="variant">
      <vt:variant>
        <vt:lpstr>Fonts Used</vt:lpstr>
      </vt:variant>
      <vt:variant>
        <vt:i4>8</vt:i4>
      </vt:variant>
      <vt:variant>
        <vt:lpstr>Theme</vt:lpstr>
      </vt:variant>
      <vt:variant>
        <vt:i4>4</vt:i4>
      </vt:variant>
      <vt:variant>
        <vt:lpstr>Slide Titles</vt:lpstr>
      </vt:variant>
      <vt:variant>
        <vt:i4>19</vt:i4>
      </vt:variant>
    </vt:vector>
  </HeadingPairs>
  <TitlesOfParts>
    <vt:vector size="31" baseType="lpstr">
      <vt:lpstr>Arial</vt:lpstr>
      <vt:lpstr>Calibri</vt:lpstr>
      <vt:lpstr>Noto Sans</vt:lpstr>
      <vt:lpstr>Roboto</vt:lpstr>
      <vt:lpstr>Segoe UI</vt:lpstr>
      <vt:lpstr>Segoe UI Light</vt:lpstr>
      <vt:lpstr>Times New Roman</vt:lpstr>
      <vt:lpstr>Wingdings</vt:lpstr>
      <vt:lpstr>Balancing Act</vt:lpstr>
      <vt:lpstr>Wellspring</vt:lpstr>
      <vt:lpstr>Star of the show</vt:lpstr>
      <vt:lpstr>Amusements</vt:lpstr>
      <vt:lpstr>Career coaching center yangon – Singapore   </vt:lpstr>
      <vt:lpstr>Welcome all of you</vt:lpstr>
      <vt:lpstr>Goals for Success</vt:lpstr>
      <vt:lpstr>Resume Sample</vt:lpstr>
      <vt:lpstr> </vt:lpstr>
      <vt:lpstr>PowerPoint Presentation</vt:lpstr>
      <vt:lpstr>For detail</vt:lpstr>
      <vt:lpstr>The things you’ve done Professional Experience</vt:lpstr>
      <vt:lpstr>List of action verb</vt:lpstr>
      <vt:lpstr>Personal Profile Experience</vt:lpstr>
      <vt:lpstr>CAREER SUMMARY </vt:lpstr>
      <vt:lpstr>Soft skills </vt:lpstr>
      <vt:lpstr>The things you’re good at Computer Skills  AutoCAD,  Revit,  IT software,  Microsoft office, power point, excel  Language Skills A1 Beginner  A2 Elementary B1 Intermediate  B2 Upper Intermediate C1 Advanced  C2 Proficient  </vt:lpstr>
      <vt:lpstr>PHOTOgraphy</vt:lpstr>
      <vt:lpstr>Cover letter</vt:lpstr>
      <vt:lpstr>Key takeaways:</vt:lpstr>
      <vt:lpstr>PowerPoint Presentation</vt:lpstr>
      <vt:lpstr>How To Write a Cover Letter (With Steps, Examples and Tips) | Indeed.com</vt:lpstr>
      <vt:lpstr>Lets try together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Career coaching center yangon – Singapore  2022</dc:title>
  <dc:creator>Tharaphe Aung</dc:creator>
  <cp:lastModifiedBy>Zin Mar Htwe</cp:lastModifiedBy>
  <cp:revision>17</cp:revision>
  <dcterms:created xsi:type="dcterms:W3CDTF">2022-07-24T11:33:48Z</dcterms:created>
  <dcterms:modified xsi:type="dcterms:W3CDTF">2023-12-18T02:53:00Z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0x010100EEC6E9C20EA6FA44B068EE98A53A2AEA</vt:lpwstr>
  </property>
</Properties>
</file>