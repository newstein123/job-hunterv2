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4"/>
  </p:sldMasterIdLst>
  <p:sldIdLst>
    <p:sldId id="298" r:id="rId5"/>
    <p:sldId id="300" r:id="rId6"/>
    <p:sldId id="304" r:id="rId7"/>
    <p:sldId id="301" r:id="rId8"/>
    <p:sldId id="302" r:id="rId9"/>
    <p:sldId id="303" r:id="rId10"/>
    <p:sldId id="305" r:id="rId11"/>
    <p:sldId id="306" r:id="rId12"/>
    <p:sldId id="307" r:id="rId13"/>
    <p:sldId id="308" r:id="rId14"/>
    <p:sldId id="309" r:id="rId15"/>
    <p:sldId id="31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3" d="100"/>
          <a:sy n="63" d="100"/>
        </p:scale>
        <p:origin x="7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184DA70-C731-4C70-880D-CCD4705E623C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01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51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90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6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4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8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71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235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10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4920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060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83127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22228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779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4454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2D6E202-B606-4609-B914-27C9371A1F6D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9502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2D6E202-B606-4609-B914-27C9371A1F6D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18515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82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hyperlink" Target="https://www.bizapore.com/en/" TargetMode="External"/><Relationship Id="rId7" Type="http://schemas.openxmlformats.org/officeDocument/2006/relationships/hyperlink" Target="https://www.timesbusinessdirectory.com/" TargetMode="External"/><Relationship Id="rId2" Type="http://schemas.openxmlformats.org/officeDocument/2006/relationships/hyperlink" Target="https://rocketreach.co/person?start=1&amp;pageSize=10&amp;link=https:%2F%2Fwww.linkedin.com%2Fin%2Fbernard-heng-162990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reenbox.com.sg/" TargetMode="External"/><Relationship Id="rId5" Type="http://schemas.openxmlformats.org/officeDocument/2006/relationships/hyperlink" Target="https://aviationdirectory.biz/" TargetMode="External"/><Relationship Id="rId4" Type="http://schemas.openxmlformats.org/officeDocument/2006/relationships/hyperlink" Target="https://chemicalcluster.com.sg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gmarineindustries.com/company-listings" TargetMode="External"/><Relationship Id="rId3" Type="http://schemas.openxmlformats.org/officeDocument/2006/relationships/hyperlink" Target="https://www.agri-biz.com/company-listings" TargetMode="External"/><Relationship Id="rId7" Type="http://schemas.openxmlformats.org/officeDocument/2006/relationships/hyperlink" Target="https://emas.timesdirectories.com/company-listings" TargetMode="External"/><Relationship Id="rId2" Type="http://schemas.openxmlformats.org/officeDocument/2006/relationships/hyperlink" Target="https://www.asiabuilders.com.s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g-electronics.com/company-listings" TargetMode="External"/><Relationship Id="rId5" Type="http://schemas.openxmlformats.org/officeDocument/2006/relationships/hyperlink" Target="https://svta.com.sg/members/members-directory/" TargetMode="External"/><Relationship Id="rId10" Type="http://schemas.openxmlformats.org/officeDocument/2006/relationships/image" Target="../media/image3.jpg"/><Relationship Id="rId4" Type="http://schemas.openxmlformats.org/officeDocument/2006/relationships/hyperlink" Target="https://www.sgprocessindustries.com/company-listings" TargetMode="External"/><Relationship Id="rId9" Type="http://schemas.openxmlformats.org/officeDocument/2006/relationships/hyperlink" Target="https://contactout.com/dashboard/search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builderhk.com/app/index.php?l=e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thaiwebsites.com/industry.as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www1.bca.gov.s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-72592"/>
            <a:ext cx="12191980" cy="68579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3078" y="2216914"/>
            <a:ext cx="4558551" cy="2901694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Job Hunting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1629" y="4492966"/>
            <a:ext cx="4091761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By CAREER COACHING CENTER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F62C4D-7D4D-2E6B-B287-D468814E8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72592"/>
            <a:ext cx="2598608" cy="17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r>
              <a:rPr lang="en-US" sz="4400" b="1" dirty="0"/>
              <a:t>JOB HUNTING METHOD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3BDFC8-B92B-5B65-9260-8A84F53A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JOB WEBSITES PLATFORM (APPLICATION)</a:t>
            </a:r>
          </a:p>
          <a:p>
            <a:r>
              <a:rPr lang="en-US" sz="3600" dirty="0"/>
              <a:t>HYBRID TECHNIC</a:t>
            </a:r>
          </a:p>
          <a:p>
            <a:r>
              <a:rPr lang="en-US" sz="3600" dirty="0"/>
              <a:t>BCA MAILS</a:t>
            </a:r>
          </a:p>
          <a:p>
            <a:r>
              <a:rPr lang="en-US" sz="3600" dirty="0"/>
              <a:t>DATABASE MAILS</a:t>
            </a:r>
            <a:endParaRPr lang="en-SG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E9E40F-4247-3708-3F10-2BB87AB8F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498" y="0"/>
            <a:ext cx="987972" cy="49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A0E8-35A2-F2A4-2709-BEBDCA1C6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APPLYING METHOD</a:t>
            </a:r>
            <a:endParaRPr lang="en-SG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4B4-D112-C771-9F21-619525F5E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376412" cy="3797300"/>
          </a:xfrm>
        </p:spPr>
        <p:txBody>
          <a:bodyPr>
            <a:normAutofit/>
          </a:bodyPr>
          <a:lstStyle/>
          <a:p>
            <a:r>
              <a:rPr lang="en-US" sz="4000" dirty="0"/>
              <a:t>TRADITIONAL WAY : </a:t>
            </a:r>
            <a:r>
              <a:rPr lang="en-US" sz="2800" b="1" dirty="0">
                <a:solidFill>
                  <a:schemeClr val="accent3"/>
                </a:solidFill>
              </a:rPr>
              <a:t>(06:30 AM- 10:30 AM)                      </a:t>
            </a:r>
            <a:r>
              <a:rPr lang="en-US" sz="4000" dirty="0"/>
              <a:t>JOB WEBSITES &amp; HYBRID TECHICS</a:t>
            </a:r>
          </a:p>
          <a:p>
            <a:pPr marL="0" indent="0">
              <a:buNone/>
            </a:pPr>
            <a:endParaRPr lang="en-US" sz="4000" dirty="0"/>
          </a:p>
          <a:p>
            <a:r>
              <a:rPr lang="en-US" sz="4000" dirty="0"/>
              <a:t>MODERN WAY : </a:t>
            </a:r>
            <a:r>
              <a:rPr lang="en-US" sz="2800" b="1" dirty="0">
                <a:solidFill>
                  <a:schemeClr val="accent3"/>
                </a:solidFill>
              </a:rPr>
              <a:t>(11:30 AM- </a:t>
            </a:r>
            <a:r>
              <a:rPr lang="en-US" sz="2800" b="1">
                <a:solidFill>
                  <a:schemeClr val="accent3"/>
                </a:solidFill>
              </a:rPr>
              <a:t>03:30 PM</a:t>
            </a:r>
            <a:r>
              <a:rPr lang="en-US" sz="2800" b="1" dirty="0">
                <a:solidFill>
                  <a:schemeClr val="accent3"/>
                </a:solidFill>
              </a:rPr>
              <a:t>)</a:t>
            </a:r>
            <a:r>
              <a:rPr lang="en-US" sz="2800" dirty="0">
                <a:solidFill>
                  <a:schemeClr val="accent3"/>
                </a:solidFill>
              </a:rPr>
              <a:t>                         </a:t>
            </a:r>
            <a:r>
              <a:rPr lang="en-US" sz="4000" dirty="0"/>
              <a:t>BCA MAILS &amp; DATABASE MAILS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B0151-2699-C076-A409-1FC1794E1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495" y="0"/>
            <a:ext cx="961610" cy="45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1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9482-4886-A235-115D-C09BC580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1. JOB WEBSITES PLATFORM</a:t>
            </a:r>
            <a:endParaRPr lang="en-SG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7FC0A-6B50-3A90-98F3-59DE2D262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SINGAPORE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THAILAND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HONG KONG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DUBAI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MALAYSIA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AUSTRALIA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C8381-0C0A-7FB2-46CF-8E20851D7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498" y="0"/>
            <a:ext cx="987972" cy="44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9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D9720-F0E5-D91E-9A1F-D30B179FB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2. HYBRID TECHNICS </a:t>
            </a:r>
            <a:endParaRPr lang="en-SG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D5802-9177-C413-593D-0F9EA3143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702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For SINGAPORE</a:t>
            </a:r>
          </a:p>
          <a:p>
            <a:r>
              <a:rPr lang="en-US" sz="2400" b="1" dirty="0"/>
              <a:t>COMPANY NAME 	- </a:t>
            </a:r>
            <a:r>
              <a:rPr lang="en-US" sz="2400" b="1" dirty="0" err="1"/>
              <a:t>recordowl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en-US" sz="2400" b="1" dirty="0"/>
              <a:t>							– </a:t>
            </a:r>
            <a:r>
              <a:rPr lang="en-US" sz="2400" b="1" dirty="0" err="1"/>
              <a:t>rocketreach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en-US" sz="2400" b="1" dirty="0"/>
              <a:t>							– </a:t>
            </a:r>
            <a:r>
              <a:rPr lang="en-US" sz="2400" b="1" dirty="0" err="1"/>
              <a:t>hrleads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en-US" sz="2400" b="1" dirty="0"/>
              <a:t>							– chemical cluster </a:t>
            </a:r>
          </a:p>
          <a:p>
            <a:pPr marL="0" indent="0">
              <a:buNone/>
            </a:pPr>
            <a:r>
              <a:rPr lang="en-US" sz="2400" b="1" dirty="0"/>
              <a:t>							– times business directory </a:t>
            </a:r>
          </a:p>
          <a:p>
            <a:pPr marL="0" indent="0">
              <a:buNone/>
            </a:pPr>
            <a:r>
              <a:rPr lang="en-US" sz="2400" b="1" dirty="0"/>
              <a:t>							– email address </a:t>
            </a:r>
            <a:endParaRPr lang="en-SG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CC2EA-22F8-12A6-968C-3BF38C2AA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497" y="0"/>
            <a:ext cx="919568" cy="45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7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A781-0BBA-E645-4A22-8E84E45B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SINGAPORE (I)</a:t>
            </a:r>
            <a:endParaRPr lang="en-SG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84A27-4A58-D609-855C-3FB570118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77379"/>
            <a:ext cx="9565598" cy="408107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ROCKETREACH(</a:t>
            </a:r>
            <a:r>
              <a:rPr lang="en-US" sz="22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https://rocketreach.co/person?start=1&amp;pageSize=10&amp;link=https:%2F%2Fwww.linkedin.com%2Fin%2Fbernard-heng-1629907</a:t>
            </a:r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BIZAPORE (</a:t>
            </a:r>
            <a:r>
              <a:rPr lang="en-US" sz="22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https://www.bizapore.com/en/</a:t>
            </a:r>
            <a:r>
              <a:rPr lang="en-US" sz="2200" b="1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CHEMICAL CLUSTERS (</a:t>
            </a:r>
            <a:r>
              <a:rPr lang="en-US" sz="22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https://chemicalcluster.com.sg/</a:t>
            </a:r>
            <a:r>
              <a:rPr lang="en-US" sz="2200" b="1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ASIA PACIFIC AVIATION DIRECTORY (</a:t>
            </a:r>
            <a:r>
              <a:rPr lang="en-US" sz="22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https://aviationdirectory.biz/</a:t>
            </a:r>
            <a:r>
              <a:rPr lang="en-US" sz="2200" b="1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GREEN BOX (</a:t>
            </a:r>
            <a:r>
              <a:rPr lang="en-US" sz="22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https://www.greenbox.com.sg/</a:t>
            </a:r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TIMES BUSINESS DIRECTORY (</a:t>
            </a:r>
            <a:r>
              <a:rPr lang="en-US" sz="22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https://www.timesbusinessdirectory.com/</a:t>
            </a:r>
            <a:r>
              <a:rPr lang="en-US" sz="2200" b="1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619BBB-BE9C-F7B6-F0A6-9C19EE1A02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3006" y="0"/>
            <a:ext cx="940589" cy="45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56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AC4C-4714-E97B-491C-8E5E8FA5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SINGAPORE (II)</a:t>
            </a:r>
            <a:endParaRPr lang="en-SG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B2E1C-BECF-277B-ABEF-87A72E338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77380"/>
            <a:ext cx="10458977" cy="3891890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4200" b="1" dirty="0"/>
              <a:t>BUILDING &amp; CONSTRUCTION (</a:t>
            </a:r>
            <a:r>
              <a:rPr lang="en-US" sz="4200" b="1" dirty="0">
                <a:hlinkClick r:id="rId2"/>
              </a:rPr>
              <a:t>https://www.asiabuilders.com.sg/</a:t>
            </a:r>
            <a:r>
              <a:rPr lang="en-US" sz="42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4200" b="1" dirty="0"/>
              <a:t>AGRI &amp; FOOD (</a:t>
            </a:r>
            <a:r>
              <a:rPr lang="en-US" sz="4200" b="1" dirty="0">
                <a:hlinkClick r:id="rId3"/>
              </a:rPr>
              <a:t>https://www.agri-biz.com/company-listings</a:t>
            </a:r>
            <a:r>
              <a:rPr lang="en-US" sz="42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4200" b="1" dirty="0"/>
              <a:t>CHEMICAL &amp; PROCESS (</a:t>
            </a:r>
            <a:r>
              <a:rPr lang="en-US" sz="4200" b="1" dirty="0">
                <a:hlinkClick r:id="rId4"/>
              </a:rPr>
              <a:t>https://www.sgprocessindustries.com/company-listings</a:t>
            </a:r>
            <a:r>
              <a:rPr lang="en-US" sz="42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4200" b="1" dirty="0"/>
              <a:t>AUTOMOTIVE (</a:t>
            </a:r>
            <a:r>
              <a:rPr lang="en-US" sz="4200" b="1" dirty="0">
                <a:hlinkClick r:id="rId5"/>
              </a:rPr>
              <a:t>https://svta.com.sg/members/members-directory/</a:t>
            </a:r>
            <a:r>
              <a:rPr lang="en-US" sz="42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4200" b="1" dirty="0"/>
              <a:t>ELECTRONICS (</a:t>
            </a:r>
            <a:r>
              <a:rPr lang="en-US" sz="4200" b="1" dirty="0">
                <a:hlinkClick r:id="rId6"/>
              </a:rPr>
              <a:t>https://www.sg-electronics.com/company-listings</a:t>
            </a:r>
            <a:r>
              <a:rPr lang="en-US" sz="42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4200" b="1" dirty="0"/>
              <a:t>ENVIRONMENTAL (</a:t>
            </a:r>
            <a:r>
              <a:rPr lang="en-US" sz="4200" b="1" dirty="0">
                <a:hlinkClick r:id="rId7"/>
              </a:rPr>
              <a:t>https://emas.timesdirectories.com/company-listings</a:t>
            </a:r>
            <a:r>
              <a:rPr lang="en-US" sz="42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4200" b="1" dirty="0"/>
              <a:t>MARINE (</a:t>
            </a:r>
            <a:r>
              <a:rPr lang="en-US" sz="4200" b="1" dirty="0">
                <a:hlinkClick r:id="rId8"/>
              </a:rPr>
              <a:t>https://www.sgmarineindustries.com/company-listings</a:t>
            </a:r>
            <a:r>
              <a:rPr lang="en-SG" sz="42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SG" sz="4200" b="1" dirty="0"/>
              <a:t>CONTACTOUT (</a:t>
            </a:r>
            <a:r>
              <a:rPr lang="en-SG" sz="4200" b="1" dirty="0">
                <a:hlinkClick r:id="rId9"/>
              </a:rPr>
              <a:t>https://contactout.com/dashboard/search</a:t>
            </a:r>
            <a:r>
              <a:rPr lang="en-SG" sz="4200" b="1" dirty="0"/>
              <a:t> )</a:t>
            </a:r>
          </a:p>
          <a:p>
            <a:pPr>
              <a:lnSpc>
                <a:spcPct val="150000"/>
              </a:lnSpc>
            </a:pPr>
            <a:endParaRPr lang="en-SG" sz="4200" b="1" dirty="0"/>
          </a:p>
          <a:p>
            <a:pPr>
              <a:lnSpc>
                <a:spcPct val="150000"/>
              </a:lnSpc>
            </a:pPr>
            <a:endParaRPr lang="en-US" sz="4200" b="1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8A1A1-A3F1-A32C-AE7A-63DBAF5B95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25048" y="0"/>
            <a:ext cx="867017" cy="4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6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E5BB-5E10-A420-FC7E-70F916E59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HONG KONG</a:t>
            </a:r>
            <a:endParaRPr lang="en-SG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FE70A-D03B-BB83-6E4B-8CDB87B77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4444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For HONG KONG</a:t>
            </a:r>
          </a:p>
          <a:p>
            <a:r>
              <a:rPr lang="en-US" sz="2000" b="1" dirty="0"/>
              <a:t>COMPANY NAME 	      -  </a:t>
            </a:r>
            <a:r>
              <a:rPr lang="en-US" sz="2000" b="1" dirty="0" err="1"/>
              <a:t>builderhk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							– </a:t>
            </a:r>
            <a:r>
              <a:rPr lang="en-US" sz="2000" b="1" dirty="0" err="1"/>
              <a:t>rocketreach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							– </a:t>
            </a:r>
            <a:r>
              <a:rPr lang="en-US" sz="2000" b="1" dirty="0" err="1"/>
              <a:t>crunchbase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							– email address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BUILDERHK (</a:t>
            </a:r>
            <a:r>
              <a:rPr lang="en-US" sz="2000" b="1" dirty="0">
                <a:hlinkClick r:id="rId2"/>
              </a:rPr>
              <a:t>https://www.builderhk.com/app/index.php?l=en</a:t>
            </a:r>
            <a:r>
              <a:rPr lang="en-US" sz="2000" b="1" dirty="0"/>
              <a:t>)</a:t>
            </a:r>
          </a:p>
          <a:p>
            <a:pPr marL="0" indent="0">
              <a:buNone/>
            </a:pPr>
            <a:endParaRPr lang="en-SG" sz="2000" b="1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43DD2-F221-6D94-F6AB-8237C0C8A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007" y="0"/>
            <a:ext cx="909058" cy="43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05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5203-E04C-BB73-A5FA-B49384CC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THAILAND </a:t>
            </a:r>
            <a:endParaRPr lang="en-SG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0681-BF76-DC9D-044F-226393F20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JOB WEBSITES</a:t>
            </a:r>
          </a:p>
          <a:p>
            <a:pPr marL="0" indent="0">
              <a:buNone/>
            </a:pPr>
            <a:r>
              <a:rPr lang="en-US" sz="2000" b="1" dirty="0"/>
              <a:t> (</a:t>
            </a:r>
            <a:r>
              <a:rPr lang="en-US" sz="2000" b="1" dirty="0">
                <a:hlinkClick r:id="rId2"/>
              </a:rPr>
              <a:t>https://www.thaiwebsites.com/industry.asp</a:t>
            </a:r>
            <a:r>
              <a:rPr lang="en-US" sz="2000" b="1" dirty="0"/>
              <a:t>)</a:t>
            </a:r>
          </a:p>
          <a:p>
            <a:pPr marL="0" indent="0">
              <a:buNone/>
            </a:pPr>
            <a:endParaRPr lang="en-SG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44E60-50B9-B69A-A870-9AEA45D3D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538" y="0"/>
            <a:ext cx="877527" cy="46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18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D598-C6AF-0763-CF95-D827E9C6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2138"/>
            <a:ext cx="8761413" cy="706964"/>
          </a:xfrm>
        </p:spPr>
        <p:txBody>
          <a:bodyPr/>
          <a:lstStyle/>
          <a:p>
            <a:r>
              <a:rPr lang="en-US" sz="4400" b="1" dirty="0"/>
              <a:t>3. BCA MAILS</a:t>
            </a:r>
            <a:endParaRPr lang="en-SG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E158-0256-1D4C-4C0F-B8342CC7A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BCA DIRECTORY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http://www1.bca.gov.sg/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CONSTRUCTION (A1,A2,B1,B2,C1,C2,C3)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MECHANICAL &amp; ELECTRICAL (L1,L2,L3,L4,L5,L6)</a:t>
            </a:r>
            <a:endParaRPr lang="en-SG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C7ED7-8F73-801E-5901-FD4D5169F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048" y="0"/>
            <a:ext cx="867017" cy="45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02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F794-65F5-4341-3B6D-7275E5CC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4. DATABASE MAILS </a:t>
            </a:r>
            <a:r>
              <a:rPr lang="en-US" sz="2000" b="1" dirty="0">
                <a:solidFill>
                  <a:srgbClr val="92D050"/>
                </a:solidFill>
              </a:rPr>
              <a:t>(ONCE A MONTH)</a:t>
            </a:r>
            <a:endParaRPr lang="en-SG" sz="4400" b="1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FF59B-F85D-7889-6C01-2D7112CEF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773" y="2698091"/>
            <a:ext cx="3984606" cy="2977493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CONSTRUCTION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M&amp;E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MANUFACTURING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 MACHINERY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TELECOMMUNICATION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</a:t>
            </a:r>
          </a:p>
          <a:p>
            <a:endParaRPr lang="en-US" dirty="0"/>
          </a:p>
          <a:p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79CBA7-D314-4EF8-9341-AA7468B53969}"/>
              </a:ext>
            </a:extLst>
          </p:cNvPr>
          <p:cNvSpPr txBox="1">
            <a:spLocks/>
          </p:cNvSpPr>
          <p:nvPr/>
        </p:nvSpPr>
        <p:spPr>
          <a:xfrm>
            <a:off x="6389105" y="2666561"/>
            <a:ext cx="5025129" cy="297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&amp; MARKETING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AVIATION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KITCHEN/ HOTEL &amp; TOURISM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PHARMACY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ACCOUNTING </a:t>
            </a:r>
          </a:p>
          <a:p>
            <a:endParaRPr lang="en-US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E72F66-BA5C-978B-4F1A-D114CF4D0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517" y="0"/>
            <a:ext cx="898548" cy="44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85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6AB875-012D-BC5B-DD11-05096D13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367" y="784454"/>
            <a:ext cx="8825660" cy="955995"/>
          </a:xfrm>
        </p:spPr>
        <p:txBody>
          <a:bodyPr/>
          <a:lstStyle/>
          <a:p>
            <a:r>
              <a:rPr lang="en-US" b="1" dirty="0"/>
              <a:t>GOOD LUCK IN YOUR JOB SEARCH!</a:t>
            </a:r>
            <a:endParaRPr lang="en-SG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59B56-8D05-3F64-16A4-718780C0B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4551" y="5024967"/>
            <a:ext cx="8825659" cy="1522978"/>
          </a:xfrm>
          <a:solidFill>
            <a:schemeClr val="bg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THANK YOU.</a:t>
            </a:r>
          </a:p>
          <a:p>
            <a:pPr algn="ctr"/>
            <a:r>
              <a:rPr lang="my-MM" sz="4000" b="1" dirty="0">
                <a:solidFill>
                  <a:schemeClr val="accent4">
                    <a:lumMod val="50000"/>
                  </a:schemeClr>
                </a:solidFill>
              </a:rPr>
              <a:t>လမ်းပြကူညီ မြှင့်တင်မည် </a:t>
            </a:r>
            <a:r>
              <a:rPr lang="en-SG" sz="4000" b="1" dirty="0">
                <a:solidFill>
                  <a:schemeClr val="accent4">
                    <a:lumMod val="50000"/>
                  </a:schemeClr>
                </a:solidFill>
              </a:rPr>
              <a:t>CCC!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4F3E2-61BF-7D16-E4A3-669183CF7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516" y="21021"/>
            <a:ext cx="951099" cy="420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F0B0CE-B55F-53B0-8C25-CD2A640B8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851" y="1950649"/>
            <a:ext cx="2820214" cy="19506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4FE0A4-319F-90B0-719E-5771811AF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20" y="1971671"/>
            <a:ext cx="2648607" cy="23060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E0258F-1CA7-7D12-4863-F3F50D7E4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02" y="1971672"/>
            <a:ext cx="2575895" cy="19296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34B269-8DD8-655F-A101-84687D8A8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2213" y="1950649"/>
            <a:ext cx="2820214" cy="23270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9761B9-0B6C-835B-8985-CF5C53D2E1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3067" y="835911"/>
            <a:ext cx="676876" cy="50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308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512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Ion Boardroom</vt:lpstr>
      <vt:lpstr>Job Hunting Method</vt:lpstr>
      <vt:lpstr>JOB HUNTING METHOD</vt:lpstr>
      <vt:lpstr>APPLYING METHOD</vt:lpstr>
      <vt:lpstr>1. JOB WEBSITES PLATFORM</vt:lpstr>
      <vt:lpstr>2. HYBRID TECHNICS </vt:lpstr>
      <vt:lpstr>SINGAPORE (I)</vt:lpstr>
      <vt:lpstr>SINGAPORE (II)</vt:lpstr>
      <vt:lpstr>HONG KONG</vt:lpstr>
      <vt:lpstr>THAILAND </vt:lpstr>
      <vt:lpstr>3. BCA MAILS</vt:lpstr>
      <vt:lpstr>4. DATABASE MAILS (ONCE A MONTH)</vt:lpstr>
      <vt:lpstr>GOOD LUCK IN YOUR JOB SEARCH!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Hunting Method</dc:title>
  <dc:creator>Nay Zaw Aung</dc:creator>
  <cp:lastModifiedBy>Zin Mar Htwe</cp:lastModifiedBy>
  <cp:revision>7</cp:revision>
  <dcterms:created xsi:type="dcterms:W3CDTF">2024-02-21T02:35:34Z</dcterms:created>
  <dcterms:modified xsi:type="dcterms:W3CDTF">2024-03-06T01:50:13Z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